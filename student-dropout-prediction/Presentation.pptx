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6" r:id="rId9"/>
    <p:sldId id="267" r:id="rId10"/>
    <p:sldId id="262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E0E817-4FCB-9573-7E62-9C990E8E384D}" v="19" dt="2025-05-06T12:25:08.894"/>
    <p1510:client id="{8119DA2D-3B76-89F9-8597-825140E398C2}" v="89" dt="2025-05-07T00:59:35.273"/>
    <p1510:client id="{92F3F27C-B7A3-58E7-5524-B829ABE24A2A}" v="153" dt="2025-05-06T01:57:09.149"/>
    <p1510:client id="{EBBCD1A4-D3A9-1041-A522-D3D538AE18F8}" v="35" dt="2025-05-07T00:37:29.9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ashi, Isabella" userId="S::imarashi@falcon.bentley.edu::97a08ee0-921e-4523-bdb4-6a90e71f2932" providerId="AD" clId="Web-{183972C5-315F-0420-CB8F-9FBFD9E76722}"/>
    <pc:docChg chg="modSld">
      <pc:chgData name="Marashi, Isabella" userId="S::imarashi@falcon.bentley.edu::97a08ee0-921e-4523-bdb4-6a90e71f2932" providerId="AD" clId="Web-{183972C5-315F-0420-CB8F-9FBFD9E76722}" dt="2025-05-05T21:53:24.641" v="103" actId="14100"/>
      <pc:docMkLst>
        <pc:docMk/>
      </pc:docMkLst>
      <pc:sldChg chg="modSp">
        <pc:chgData name="Marashi, Isabella" userId="S::imarashi@falcon.bentley.edu::97a08ee0-921e-4523-bdb4-6a90e71f2932" providerId="AD" clId="Web-{183972C5-315F-0420-CB8F-9FBFD9E76722}" dt="2025-05-05T21:43:41.150" v="42" actId="14100"/>
        <pc:sldMkLst>
          <pc:docMk/>
          <pc:sldMk cId="1503219502" sldId="259"/>
        </pc:sldMkLst>
        <pc:picChg chg="mod">
          <ac:chgData name="Marashi, Isabella" userId="S::imarashi@falcon.bentley.edu::97a08ee0-921e-4523-bdb4-6a90e71f2932" providerId="AD" clId="Web-{183972C5-315F-0420-CB8F-9FBFD9E76722}" dt="2025-05-05T21:43:41.150" v="42" actId="14100"/>
          <ac:picMkLst>
            <pc:docMk/>
            <pc:sldMk cId="1503219502" sldId="259"/>
            <ac:picMk id="12" creationId="{0023726D-A13B-ADBB-6244-D82116F1F13B}"/>
          </ac:picMkLst>
        </pc:picChg>
      </pc:sldChg>
      <pc:sldChg chg="addSp delSp modSp mod setBg">
        <pc:chgData name="Marashi, Isabella" userId="S::imarashi@falcon.bentley.edu::97a08ee0-921e-4523-bdb4-6a90e71f2932" providerId="AD" clId="Web-{183972C5-315F-0420-CB8F-9FBFD9E76722}" dt="2025-05-05T21:45:14.779" v="46" actId="20577"/>
        <pc:sldMkLst>
          <pc:docMk/>
          <pc:sldMk cId="1352260696" sldId="260"/>
        </pc:sldMkLst>
        <pc:spChg chg="mod">
          <ac:chgData name="Marashi, Isabella" userId="S::imarashi@falcon.bentley.edu::97a08ee0-921e-4523-bdb4-6a90e71f2932" providerId="AD" clId="Web-{183972C5-315F-0420-CB8F-9FBFD9E76722}" dt="2025-05-05T21:41:02.426" v="11"/>
          <ac:spMkLst>
            <pc:docMk/>
            <pc:sldMk cId="1352260696" sldId="260"/>
            <ac:spMk id="2" creationId="{5636FA0A-B2AB-1AB4-E7A3-37891F255A54}"/>
          </ac:spMkLst>
        </pc:spChg>
        <pc:spChg chg="add del mod">
          <ac:chgData name="Marashi, Isabella" userId="S::imarashi@falcon.bentley.edu::97a08ee0-921e-4523-bdb4-6a90e71f2932" providerId="AD" clId="Web-{183972C5-315F-0420-CB8F-9FBFD9E76722}" dt="2025-05-05T21:41:02.426" v="11"/>
          <ac:spMkLst>
            <pc:docMk/>
            <pc:sldMk cId="1352260696" sldId="260"/>
            <ac:spMk id="3" creationId="{18D344B2-8DCF-B913-4862-2B1FC6E982EA}"/>
          </ac:spMkLst>
        </pc:spChg>
        <pc:spChg chg="add">
          <ac:chgData name="Marashi, Isabella" userId="S::imarashi@falcon.bentley.edu::97a08ee0-921e-4523-bdb4-6a90e71f2932" providerId="AD" clId="Web-{183972C5-315F-0420-CB8F-9FBFD9E76722}" dt="2025-05-05T21:41:02.426" v="11"/>
          <ac:spMkLst>
            <pc:docMk/>
            <pc:sldMk cId="1352260696" sldId="260"/>
            <ac:spMk id="9" creationId="{BACC6370-2D7E-4714-9D71-7542949D7D5D}"/>
          </ac:spMkLst>
        </pc:spChg>
        <pc:spChg chg="add del">
          <ac:chgData name="Marashi, Isabella" userId="S::imarashi@falcon.bentley.edu::97a08ee0-921e-4523-bdb4-6a90e71f2932" providerId="AD" clId="Web-{183972C5-315F-0420-CB8F-9FBFD9E76722}" dt="2025-05-05T21:41:02.379" v="10"/>
          <ac:spMkLst>
            <pc:docMk/>
            <pc:sldMk cId="1352260696" sldId="260"/>
            <ac:spMk id="10" creationId="{460B0EFB-53ED-4F35-B05D-F658EA021C65}"/>
          </ac:spMkLst>
        </pc:spChg>
        <pc:spChg chg="add">
          <ac:chgData name="Marashi, Isabella" userId="S::imarashi@falcon.bentley.edu::97a08ee0-921e-4523-bdb4-6a90e71f2932" providerId="AD" clId="Web-{183972C5-315F-0420-CB8F-9FBFD9E76722}" dt="2025-05-05T21:41:02.426" v="11"/>
          <ac:spMkLst>
            <pc:docMk/>
            <pc:sldMk cId="1352260696" sldId="260"/>
            <ac:spMk id="11" creationId="{256B2C21-A230-48C0-8DF1-C46611373C44}"/>
          </ac:spMkLst>
        </pc:spChg>
        <pc:spChg chg="add del">
          <ac:chgData name="Marashi, Isabella" userId="S::imarashi@falcon.bentley.edu::97a08ee0-921e-4523-bdb4-6a90e71f2932" providerId="AD" clId="Web-{183972C5-315F-0420-CB8F-9FBFD9E76722}" dt="2025-05-05T21:41:02.379" v="10"/>
          <ac:spMkLst>
            <pc:docMk/>
            <pc:sldMk cId="1352260696" sldId="260"/>
            <ac:spMk id="12" creationId="{835EF3DD-7D43-4A27-8967-A92FD8CC9365}"/>
          </ac:spMkLst>
        </pc:spChg>
        <pc:spChg chg="add">
          <ac:chgData name="Marashi, Isabella" userId="S::imarashi@falcon.bentley.edu::97a08ee0-921e-4523-bdb4-6a90e71f2932" providerId="AD" clId="Web-{183972C5-315F-0420-CB8F-9FBFD9E76722}" dt="2025-05-05T21:41:02.426" v="11"/>
          <ac:spMkLst>
            <pc:docMk/>
            <pc:sldMk cId="1352260696" sldId="260"/>
            <ac:spMk id="13" creationId="{3847E18C-932D-4C95-AABA-FEC7C9499AD7}"/>
          </ac:spMkLst>
        </pc:spChg>
        <pc:spChg chg="add">
          <ac:chgData name="Marashi, Isabella" userId="S::imarashi@falcon.bentley.edu::97a08ee0-921e-4523-bdb4-6a90e71f2932" providerId="AD" clId="Web-{183972C5-315F-0420-CB8F-9FBFD9E76722}" dt="2025-05-05T21:41:02.426" v="11"/>
          <ac:spMkLst>
            <pc:docMk/>
            <pc:sldMk cId="1352260696" sldId="260"/>
            <ac:spMk id="15" creationId="{3150CB11-0C61-439E-910F-5787759E72A0}"/>
          </ac:spMkLst>
        </pc:spChg>
        <pc:spChg chg="add">
          <ac:chgData name="Marashi, Isabella" userId="S::imarashi@falcon.bentley.edu::97a08ee0-921e-4523-bdb4-6a90e71f2932" providerId="AD" clId="Web-{183972C5-315F-0420-CB8F-9FBFD9E76722}" dt="2025-05-05T21:41:02.426" v="11"/>
          <ac:spMkLst>
            <pc:docMk/>
            <pc:sldMk cId="1352260696" sldId="260"/>
            <ac:spMk id="17" creationId="{43F8A58B-5155-44CE-A5FF-7647B47D0A7A}"/>
          </ac:spMkLst>
        </pc:spChg>
        <pc:spChg chg="add">
          <ac:chgData name="Marashi, Isabella" userId="S::imarashi@falcon.bentley.edu::97a08ee0-921e-4523-bdb4-6a90e71f2932" providerId="AD" clId="Web-{183972C5-315F-0420-CB8F-9FBFD9E76722}" dt="2025-05-05T21:41:02.426" v="11"/>
          <ac:spMkLst>
            <pc:docMk/>
            <pc:sldMk cId="1352260696" sldId="260"/>
            <ac:spMk id="19" creationId="{443F2ACA-E6D6-4028-82DD-F03C262D5DE6}"/>
          </ac:spMkLst>
        </pc:spChg>
        <pc:graphicFrameChg chg="add del">
          <ac:chgData name="Marashi, Isabella" userId="S::imarashi@falcon.bentley.edu::97a08ee0-921e-4523-bdb4-6a90e71f2932" providerId="AD" clId="Web-{183972C5-315F-0420-CB8F-9FBFD9E76722}" dt="2025-05-05T21:41:02.379" v="10"/>
          <ac:graphicFrameMkLst>
            <pc:docMk/>
            <pc:sldMk cId="1352260696" sldId="260"/>
            <ac:graphicFrameMk id="5" creationId="{FD867BF9-CAC6-218D-5844-22BFE53B7E07}"/>
          </ac:graphicFrameMkLst>
        </pc:graphicFrameChg>
        <pc:graphicFrameChg chg="add mod modGraphic">
          <ac:chgData name="Marashi, Isabella" userId="S::imarashi@falcon.bentley.edu::97a08ee0-921e-4523-bdb4-6a90e71f2932" providerId="AD" clId="Web-{183972C5-315F-0420-CB8F-9FBFD9E76722}" dt="2025-05-05T21:45:14.779" v="46" actId="20577"/>
          <ac:graphicFrameMkLst>
            <pc:docMk/>
            <pc:sldMk cId="1352260696" sldId="260"/>
            <ac:graphicFrameMk id="14" creationId="{892AB529-B6F1-C795-C5AB-1EC8E3F3A7E0}"/>
          </ac:graphicFrameMkLst>
        </pc:graphicFrameChg>
        <pc:picChg chg="add del">
          <ac:chgData name="Marashi, Isabella" userId="S::imarashi@falcon.bentley.edu::97a08ee0-921e-4523-bdb4-6a90e71f2932" providerId="AD" clId="Web-{183972C5-315F-0420-CB8F-9FBFD9E76722}" dt="2025-05-05T21:41:02.379" v="10"/>
          <ac:picMkLst>
            <pc:docMk/>
            <pc:sldMk cId="1352260696" sldId="260"/>
            <ac:picMk id="6" creationId="{6ECB6213-A78E-B1AF-E993-DC9BC6DD68E1}"/>
          </ac:picMkLst>
        </pc:picChg>
      </pc:sldChg>
      <pc:sldChg chg="addSp delSp modSp mod setBg">
        <pc:chgData name="Marashi, Isabella" userId="S::imarashi@falcon.bentley.edu::97a08ee0-921e-4523-bdb4-6a90e71f2932" providerId="AD" clId="Web-{183972C5-315F-0420-CB8F-9FBFD9E76722}" dt="2025-05-05T21:53:24.641" v="103" actId="14100"/>
        <pc:sldMkLst>
          <pc:docMk/>
          <pc:sldMk cId="3077209850" sldId="261"/>
        </pc:sldMkLst>
        <pc:spChg chg="mod">
          <ac:chgData name="Marashi, Isabella" userId="S::imarashi@falcon.bentley.edu::97a08ee0-921e-4523-bdb4-6a90e71f2932" providerId="AD" clId="Web-{183972C5-315F-0420-CB8F-9FBFD9E76722}" dt="2025-05-05T21:52:37.498" v="83"/>
          <ac:spMkLst>
            <pc:docMk/>
            <pc:sldMk cId="3077209850" sldId="261"/>
            <ac:spMk id="2" creationId="{6A094287-CF43-E498-C5E6-E00CB9FB6F09}"/>
          </ac:spMkLst>
        </pc:spChg>
        <pc:spChg chg="del">
          <ac:chgData name="Marashi, Isabella" userId="S::imarashi@falcon.bentley.edu::97a08ee0-921e-4523-bdb4-6a90e71f2932" providerId="AD" clId="Web-{183972C5-315F-0420-CB8F-9FBFD9E76722}" dt="2025-05-05T21:48:37.974" v="47"/>
          <ac:spMkLst>
            <pc:docMk/>
            <pc:sldMk cId="3077209850" sldId="261"/>
            <ac:spMk id="3" creationId="{A2E5E776-9E8C-EC96-DE76-DE5A45C919FC}"/>
          </ac:spMkLst>
        </pc:spChg>
        <pc:spChg chg="add mod">
          <ac:chgData name="Marashi, Isabella" userId="S::imarashi@falcon.bentley.edu::97a08ee0-921e-4523-bdb4-6a90e71f2932" providerId="AD" clId="Web-{183972C5-315F-0420-CB8F-9FBFD9E76722}" dt="2025-05-05T21:53:12.312" v="100" actId="20577"/>
          <ac:spMkLst>
            <pc:docMk/>
            <pc:sldMk cId="3077209850" sldId="261"/>
            <ac:spMk id="5" creationId="{9304FD2F-67D4-DE21-7F63-48D414F3EF9D}"/>
          </ac:spMkLst>
        </pc:spChg>
        <pc:spChg chg="add">
          <ac:chgData name="Marashi, Isabella" userId="S::imarashi@falcon.bentley.edu::97a08ee0-921e-4523-bdb4-6a90e71f2932" providerId="AD" clId="Web-{183972C5-315F-0420-CB8F-9FBFD9E76722}" dt="2025-05-05T21:52:37.498" v="83"/>
          <ac:spMkLst>
            <pc:docMk/>
            <pc:sldMk cId="3077209850" sldId="261"/>
            <ac:spMk id="10" creationId="{058A14AF-9FB5-4CC7-BA35-E8E85D3EDF0E}"/>
          </ac:spMkLst>
        </pc:spChg>
        <pc:spChg chg="add">
          <ac:chgData name="Marashi, Isabella" userId="S::imarashi@falcon.bentley.edu::97a08ee0-921e-4523-bdb4-6a90e71f2932" providerId="AD" clId="Web-{183972C5-315F-0420-CB8F-9FBFD9E76722}" dt="2025-05-05T21:52:37.498" v="83"/>
          <ac:spMkLst>
            <pc:docMk/>
            <pc:sldMk cId="3077209850" sldId="261"/>
            <ac:spMk id="12" creationId="{3A9A4357-BD1D-4622-A4FE-766E6AB8DE84}"/>
          </ac:spMkLst>
        </pc:spChg>
        <pc:spChg chg="add">
          <ac:chgData name="Marashi, Isabella" userId="S::imarashi@falcon.bentley.edu::97a08ee0-921e-4523-bdb4-6a90e71f2932" providerId="AD" clId="Web-{183972C5-315F-0420-CB8F-9FBFD9E76722}" dt="2025-05-05T21:52:37.498" v="83"/>
          <ac:spMkLst>
            <pc:docMk/>
            <pc:sldMk cId="3077209850" sldId="261"/>
            <ac:spMk id="14" creationId="{E659831F-0D9A-4C63-9EBB-8435B85A440F}"/>
          </ac:spMkLst>
        </pc:spChg>
        <pc:spChg chg="add">
          <ac:chgData name="Marashi, Isabella" userId="S::imarashi@falcon.bentley.edu::97a08ee0-921e-4523-bdb4-6a90e71f2932" providerId="AD" clId="Web-{183972C5-315F-0420-CB8F-9FBFD9E76722}" dt="2025-05-05T21:52:37.498" v="83"/>
          <ac:spMkLst>
            <pc:docMk/>
            <pc:sldMk cId="3077209850" sldId="261"/>
            <ac:spMk id="16" creationId="{E6995CE5-F890-4ABA-82A2-26507CE8D2A3}"/>
          </ac:spMkLst>
        </pc:spChg>
        <pc:picChg chg="add mod ord">
          <ac:chgData name="Marashi, Isabella" userId="S::imarashi@falcon.bentley.edu::97a08ee0-921e-4523-bdb4-6a90e71f2932" providerId="AD" clId="Web-{183972C5-315F-0420-CB8F-9FBFD9E76722}" dt="2025-05-05T21:53:24.641" v="103" actId="14100"/>
          <ac:picMkLst>
            <pc:docMk/>
            <pc:sldMk cId="3077209850" sldId="261"/>
            <ac:picMk id="4" creationId="{EFD47F3B-5A20-6D73-F1DC-3BADF5F514A8}"/>
          </ac:picMkLst>
        </pc:picChg>
      </pc:sldChg>
    </pc:docChg>
  </pc:docChgLst>
  <pc:docChgLst>
    <pc:chgData name="Amgalan, Tseveengerel" userId="S::tamgalan@falcon.bentley.edu::aff1945d-2e69-4cfa-87e5-44d93501dd5a" providerId="AD" clId="Web-{45E0E817-4FCB-9573-7E62-9C990E8E384D}"/>
    <pc:docChg chg="delSld modSld">
      <pc:chgData name="Amgalan, Tseveengerel" userId="S::tamgalan@falcon.bentley.edu::aff1945d-2e69-4cfa-87e5-44d93501dd5a" providerId="AD" clId="Web-{45E0E817-4FCB-9573-7E62-9C990E8E384D}" dt="2025-05-06T12:25:08.894" v="15"/>
      <pc:docMkLst>
        <pc:docMk/>
      </pc:docMkLst>
      <pc:sldChg chg="modSp">
        <pc:chgData name="Amgalan, Tseveengerel" userId="S::tamgalan@falcon.bentley.edu::aff1945d-2e69-4cfa-87e5-44d93501dd5a" providerId="AD" clId="Web-{45E0E817-4FCB-9573-7E62-9C990E8E384D}" dt="2025-05-06T12:23:36.812" v="2" actId="20577"/>
        <pc:sldMkLst>
          <pc:docMk/>
          <pc:sldMk cId="109857222" sldId="256"/>
        </pc:sldMkLst>
        <pc:spChg chg="mod">
          <ac:chgData name="Amgalan, Tseveengerel" userId="S::tamgalan@falcon.bentley.edu::aff1945d-2e69-4cfa-87e5-44d93501dd5a" providerId="AD" clId="Web-{45E0E817-4FCB-9573-7E62-9C990E8E384D}" dt="2025-05-06T12:23:36.812" v="2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">
        <pc:chgData name="Amgalan, Tseveengerel" userId="S::tamgalan@falcon.bentley.edu::aff1945d-2e69-4cfa-87e5-44d93501dd5a" providerId="AD" clId="Web-{45E0E817-4FCB-9573-7E62-9C990E8E384D}" dt="2025-05-06T12:24:11.299" v="8" actId="20577"/>
        <pc:sldMkLst>
          <pc:docMk/>
          <pc:sldMk cId="1503219502" sldId="259"/>
        </pc:sldMkLst>
        <pc:spChg chg="mod">
          <ac:chgData name="Amgalan, Tseveengerel" userId="S::tamgalan@falcon.bentley.edu::aff1945d-2e69-4cfa-87e5-44d93501dd5a" providerId="AD" clId="Web-{45E0E817-4FCB-9573-7E62-9C990E8E384D}" dt="2025-05-06T12:24:11.299" v="8" actId="20577"/>
          <ac:spMkLst>
            <pc:docMk/>
            <pc:sldMk cId="1503219502" sldId="259"/>
            <ac:spMk id="3" creationId="{9E55A4AE-4E52-B601-6856-B9C121D5BFEB}"/>
          </ac:spMkLst>
        </pc:spChg>
      </pc:sldChg>
      <pc:sldChg chg="del">
        <pc:chgData name="Amgalan, Tseveengerel" userId="S::tamgalan@falcon.bentley.edu::aff1945d-2e69-4cfa-87e5-44d93501dd5a" providerId="AD" clId="Web-{45E0E817-4FCB-9573-7E62-9C990E8E384D}" dt="2025-05-06T12:25:08.894" v="15"/>
        <pc:sldMkLst>
          <pc:docMk/>
          <pc:sldMk cId="3592236931" sldId="265"/>
        </pc:sldMkLst>
      </pc:sldChg>
      <pc:sldChg chg="modSp">
        <pc:chgData name="Amgalan, Tseveengerel" userId="S::tamgalan@falcon.bentley.edu::aff1945d-2e69-4cfa-87e5-44d93501dd5a" providerId="AD" clId="Web-{45E0E817-4FCB-9573-7E62-9C990E8E384D}" dt="2025-05-06T12:24:59.440" v="14" actId="20577"/>
        <pc:sldMkLst>
          <pc:docMk/>
          <pc:sldMk cId="3644921138" sldId="266"/>
        </pc:sldMkLst>
        <pc:spChg chg="mod">
          <ac:chgData name="Amgalan, Tseveengerel" userId="S::tamgalan@falcon.bentley.edu::aff1945d-2e69-4cfa-87e5-44d93501dd5a" providerId="AD" clId="Web-{45E0E817-4FCB-9573-7E62-9C990E8E384D}" dt="2025-05-06T12:24:59.440" v="14" actId="20577"/>
          <ac:spMkLst>
            <pc:docMk/>
            <pc:sldMk cId="3644921138" sldId="266"/>
            <ac:spMk id="3" creationId="{E410AA47-471A-EEFB-8BA8-624C059BC0A6}"/>
          </ac:spMkLst>
        </pc:spChg>
      </pc:sldChg>
    </pc:docChg>
  </pc:docChgLst>
  <pc:docChgLst>
    <pc:chgData name="Zhuang, Yan" userId="S::yzhuang@falcon.bentley.edu::c4c05ead-283f-4b1e-81e8-de14f883a083" providerId="AD" clId="Web-{31B2C321-FFD7-B15E-5A38-B6A0B56B71C6}"/>
    <pc:docChg chg="addSld modSld">
      <pc:chgData name="Zhuang, Yan" userId="S::yzhuang@falcon.bentley.edu::c4c05ead-283f-4b1e-81e8-de14f883a083" providerId="AD" clId="Web-{31B2C321-FFD7-B15E-5A38-B6A0B56B71C6}" dt="2025-05-04T17:35:26.794" v="15" actId="20577"/>
      <pc:docMkLst>
        <pc:docMk/>
      </pc:docMkLst>
      <pc:sldChg chg="modSp">
        <pc:chgData name="Zhuang, Yan" userId="S::yzhuang@falcon.bentley.edu::c4c05ead-283f-4b1e-81e8-de14f883a083" providerId="AD" clId="Web-{31B2C321-FFD7-B15E-5A38-B6A0B56B71C6}" dt="2025-05-04T17:35:26.794" v="15" actId="20577"/>
        <pc:sldMkLst>
          <pc:docMk/>
          <pc:sldMk cId="109857222" sldId="256"/>
        </pc:sldMkLst>
        <pc:spChg chg="mod">
          <ac:chgData name="Zhuang, Yan" userId="S::yzhuang@falcon.bentley.edu::c4c05ead-283f-4b1e-81e8-de14f883a083" providerId="AD" clId="Web-{31B2C321-FFD7-B15E-5A38-B6A0B56B71C6}" dt="2025-05-04T17:29:42.078" v="2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Zhuang, Yan" userId="S::yzhuang@falcon.bentley.edu::c4c05ead-283f-4b1e-81e8-de14f883a083" providerId="AD" clId="Web-{31B2C321-FFD7-B15E-5A38-B6A0B56B71C6}" dt="2025-05-04T17:35:26.794" v="15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new">
        <pc:chgData name="Zhuang, Yan" userId="S::yzhuang@falcon.bentley.edu::c4c05ead-283f-4b1e-81e8-de14f883a083" providerId="AD" clId="Web-{31B2C321-FFD7-B15E-5A38-B6A0B56B71C6}" dt="2025-05-04T17:20:57.137" v="0"/>
        <pc:sldMkLst>
          <pc:docMk/>
          <pc:sldMk cId="2327139068" sldId="257"/>
        </pc:sldMkLst>
      </pc:sldChg>
    </pc:docChg>
  </pc:docChgLst>
  <pc:docChgLst>
    <pc:chgData name="Amgalan, Tseveengerel" userId="S::tamgalan@falcon.bentley.edu::aff1945d-2e69-4cfa-87e5-44d93501dd5a" providerId="AD" clId="Web-{92F3F27C-B7A3-58E7-5524-B829ABE24A2A}"/>
    <pc:docChg chg="addSld delSld modSld">
      <pc:chgData name="Amgalan, Tseveengerel" userId="S::tamgalan@falcon.bentley.edu::aff1945d-2e69-4cfa-87e5-44d93501dd5a" providerId="AD" clId="Web-{92F3F27C-B7A3-58E7-5524-B829ABE24A2A}" dt="2025-05-06T01:57:09.149" v="127" actId="14100"/>
      <pc:docMkLst>
        <pc:docMk/>
      </pc:docMkLst>
      <pc:sldChg chg="modSp">
        <pc:chgData name="Amgalan, Tseveengerel" userId="S::tamgalan@falcon.bentley.edu::aff1945d-2e69-4cfa-87e5-44d93501dd5a" providerId="AD" clId="Web-{92F3F27C-B7A3-58E7-5524-B829ABE24A2A}" dt="2025-05-06T00:22:34.268" v="46" actId="20577"/>
        <pc:sldMkLst>
          <pc:docMk/>
          <pc:sldMk cId="975844990" sldId="263"/>
        </pc:sldMkLst>
        <pc:spChg chg="mod">
          <ac:chgData name="Amgalan, Tseveengerel" userId="S::tamgalan@falcon.bentley.edu::aff1945d-2e69-4cfa-87e5-44d93501dd5a" providerId="AD" clId="Web-{92F3F27C-B7A3-58E7-5524-B829ABE24A2A}" dt="2025-05-06T00:22:22.689" v="42" actId="20577"/>
          <ac:spMkLst>
            <pc:docMk/>
            <pc:sldMk cId="975844990" sldId="263"/>
            <ac:spMk id="2" creationId="{49972DBE-D363-4D50-8B01-417055741ADE}"/>
          </ac:spMkLst>
        </pc:spChg>
        <pc:spChg chg="mod">
          <ac:chgData name="Amgalan, Tseveengerel" userId="S::tamgalan@falcon.bentley.edu::aff1945d-2e69-4cfa-87e5-44d93501dd5a" providerId="AD" clId="Web-{92F3F27C-B7A3-58E7-5524-B829ABE24A2A}" dt="2025-05-06T00:22:29.643" v="44" actId="20577"/>
          <ac:spMkLst>
            <pc:docMk/>
            <pc:sldMk cId="975844990" sldId="263"/>
            <ac:spMk id="3" creationId="{EA172407-276A-139D-D637-791540AAFB5C}"/>
          </ac:spMkLst>
        </pc:spChg>
        <pc:spChg chg="mod">
          <ac:chgData name="Amgalan, Tseveengerel" userId="S::tamgalan@falcon.bentley.edu::aff1945d-2e69-4cfa-87e5-44d93501dd5a" providerId="AD" clId="Web-{92F3F27C-B7A3-58E7-5524-B829ABE24A2A}" dt="2025-05-06T00:22:34.268" v="46" actId="20577"/>
          <ac:spMkLst>
            <pc:docMk/>
            <pc:sldMk cId="975844990" sldId="263"/>
            <ac:spMk id="5" creationId="{341A4C5E-E4E9-61EA-FBE8-D0E7AC781A1D}"/>
          </ac:spMkLst>
        </pc:spChg>
      </pc:sldChg>
      <pc:sldChg chg="del">
        <pc:chgData name="Amgalan, Tseveengerel" userId="S::tamgalan@falcon.bentley.edu::aff1945d-2e69-4cfa-87e5-44d93501dd5a" providerId="AD" clId="Web-{92F3F27C-B7A3-58E7-5524-B829ABE24A2A}" dt="2025-05-06T01:26:21.898" v="48"/>
        <pc:sldMkLst>
          <pc:docMk/>
          <pc:sldMk cId="1157139935" sldId="264"/>
        </pc:sldMkLst>
      </pc:sldChg>
      <pc:sldChg chg="addSp delSp modSp add replId">
        <pc:chgData name="Amgalan, Tseveengerel" userId="S::tamgalan@falcon.bentley.edu::aff1945d-2e69-4cfa-87e5-44d93501dd5a" providerId="AD" clId="Web-{92F3F27C-B7A3-58E7-5524-B829ABE24A2A}" dt="2025-05-06T01:57:09.149" v="127" actId="14100"/>
        <pc:sldMkLst>
          <pc:docMk/>
          <pc:sldMk cId="3644921138" sldId="266"/>
        </pc:sldMkLst>
        <pc:spChg chg="mod">
          <ac:chgData name="Amgalan, Tseveengerel" userId="S::tamgalan@falcon.bentley.edu::aff1945d-2e69-4cfa-87e5-44d93501dd5a" providerId="AD" clId="Web-{92F3F27C-B7A3-58E7-5524-B829ABE24A2A}" dt="2025-05-06T01:26:28.977" v="55" actId="20577"/>
          <ac:spMkLst>
            <pc:docMk/>
            <pc:sldMk cId="3644921138" sldId="266"/>
            <ac:spMk id="2" creationId="{EA6DF48A-9B6D-2B02-5C26-C59032CBED72}"/>
          </ac:spMkLst>
        </pc:spChg>
        <pc:spChg chg="mod">
          <ac:chgData name="Amgalan, Tseveengerel" userId="S::tamgalan@falcon.bentley.edu::aff1945d-2e69-4cfa-87e5-44d93501dd5a" providerId="AD" clId="Web-{92F3F27C-B7A3-58E7-5524-B829ABE24A2A}" dt="2025-05-06T01:54:10.659" v="105" actId="20577"/>
          <ac:spMkLst>
            <pc:docMk/>
            <pc:sldMk cId="3644921138" sldId="266"/>
            <ac:spMk id="3" creationId="{E410AA47-471A-EEFB-8BA8-624C059BC0A6}"/>
          </ac:spMkLst>
        </pc:spChg>
        <pc:spChg chg="mod">
          <ac:chgData name="Amgalan, Tseveengerel" userId="S::tamgalan@falcon.bentley.edu::aff1945d-2e69-4cfa-87e5-44d93501dd5a" providerId="AD" clId="Web-{92F3F27C-B7A3-58E7-5524-B829ABE24A2A}" dt="2025-05-06T01:56:59.789" v="125" actId="20577"/>
          <ac:spMkLst>
            <pc:docMk/>
            <pc:sldMk cId="3644921138" sldId="266"/>
            <ac:spMk id="5" creationId="{4370FB44-1316-5DE5-0012-C35915BA4907}"/>
          </ac:spMkLst>
        </pc:spChg>
        <pc:graphicFrameChg chg="del">
          <ac:chgData name="Amgalan, Tseveengerel" userId="S::tamgalan@falcon.bentley.edu::aff1945d-2e69-4cfa-87e5-44d93501dd5a" providerId="AD" clId="Web-{92F3F27C-B7A3-58E7-5524-B829ABE24A2A}" dt="2025-05-06T01:54:16.440" v="106"/>
          <ac:graphicFrameMkLst>
            <pc:docMk/>
            <pc:sldMk cId="3644921138" sldId="266"/>
            <ac:graphicFrameMk id="8" creationId="{66CC7715-25C2-9204-4ADF-AD9C51E1B5FD}"/>
          </ac:graphicFrameMkLst>
        </pc:graphicFrameChg>
        <pc:picChg chg="add mod">
          <ac:chgData name="Amgalan, Tseveengerel" userId="S::tamgalan@falcon.bentley.edu::aff1945d-2e69-4cfa-87e5-44d93501dd5a" providerId="AD" clId="Web-{92F3F27C-B7A3-58E7-5524-B829ABE24A2A}" dt="2025-05-06T01:54:48.910" v="111" actId="1076"/>
          <ac:picMkLst>
            <pc:docMk/>
            <pc:sldMk cId="3644921138" sldId="266"/>
            <ac:picMk id="13" creationId="{2F687146-A035-2BC6-C0DC-B35C3473564C}"/>
          </ac:picMkLst>
        </pc:picChg>
        <pc:picChg chg="add mod">
          <ac:chgData name="Amgalan, Tseveengerel" userId="S::tamgalan@falcon.bentley.edu::aff1945d-2e69-4cfa-87e5-44d93501dd5a" providerId="AD" clId="Web-{92F3F27C-B7A3-58E7-5524-B829ABE24A2A}" dt="2025-05-06T01:57:09.149" v="127" actId="14100"/>
          <ac:picMkLst>
            <pc:docMk/>
            <pc:sldMk cId="3644921138" sldId="266"/>
            <ac:picMk id="14" creationId="{454B9344-AE93-EE79-DA32-827F508DF520}"/>
          </ac:picMkLst>
        </pc:picChg>
        <pc:picChg chg="del">
          <ac:chgData name="Amgalan, Tseveengerel" userId="S::tamgalan@falcon.bentley.edu::aff1945d-2e69-4cfa-87e5-44d93501dd5a" providerId="AD" clId="Web-{92F3F27C-B7A3-58E7-5524-B829ABE24A2A}" dt="2025-05-06T01:26:37.789" v="57"/>
          <ac:picMkLst>
            <pc:docMk/>
            <pc:sldMk cId="3644921138" sldId="266"/>
            <ac:picMk id="373" creationId="{CC767E5E-0A19-1BD2-232B-5F6D45F322A3}"/>
          </ac:picMkLst>
        </pc:picChg>
        <pc:picChg chg="del">
          <ac:chgData name="Amgalan, Tseveengerel" userId="S::tamgalan@falcon.bentley.edu::aff1945d-2e69-4cfa-87e5-44d93501dd5a" providerId="AD" clId="Web-{92F3F27C-B7A3-58E7-5524-B829ABE24A2A}" dt="2025-05-06T01:26:36.102" v="56"/>
          <ac:picMkLst>
            <pc:docMk/>
            <pc:sldMk cId="3644921138" sldId="266"/>
            <ac:picMk id="374" creationId="{E8064E51-3457-834A-5F77-9DCCE06FD813}"/>
          </ac:picMkLst>
        </pc:picChg>
      </pc:sldChg>
    </pc:docChg>
  </pc:docChgLst>
  <pc:docChgLst>
    <pc:chgData name="Amgalan, Tseveengerel" userId="S::tamgalan@falcon.bentley.edu::aff1945d-2e69-4cfa-87e5-44d93501dd5a" providerId="AD" clId="Web-{B507F9EC-5464-D53F-CA2D-1C9B92A05EF6}"/>
    <pc:docChg chg="modSld addMainMaster delMainMaster">
      <pc:chgData name="Amgalan, Tseveengerel" userId="S::tamgalan@falcon.bentley.edu::aff1945d-2e69-4cfa-87e5-44d93501dd5a" providerId="AD" clId="Web-{B507F9EC-5464-D53F-CA2D-1C9B92A05EF6}" dt="2025-05-05T18:25:20.662" v="113" actId="1076"/>
      <pc:docMkLst>
        <pc:docMk/>
      </pc:docMkLst>
      <pc:sldChg chg="delSp modSp mod modClrScheme delDesignElem chgLayout">
        <pc:chgData name="Amgalan, Tseveengerel" userId="S::tamgalan@falcon.bentley.edu::aff1945d-2e69-4cfa-87e5-44d93501dd5a" providerId="AD" clId="Web-{B507F9EC-5464-D53F-CA2D-1C9B92A05EF6}" dt="2025-05-05T18:21:13.881" v="79"/>
        <pc:sldMkLst>
          <pc:docMk/>
          <pc:sldMk cId="109857222" sldId="256"/>
        </pc:sldMkLst>
        <pc:spChg chg="mod ord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109857222" sldId="256"/>
            <ac:spMk id="3" creationId="{00000000-0000-0000-0000-000000000000}"/>
          </ac:spMkLst>
        </pc:spChg>
        <pc:spChg chg="del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109857222" sldId="256"/>
            <ac:spMk id="10" creationId="{5DCB5928-DC7D-4612-9922-441966E15627}"/>
          </ac:spMkLst>
        </pc:spChg>
        <pc:spChg chg="del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109857222" sldId="256"/>
            <ac:spMk id="12" creationId="{682C1161-1736-45EC-99B7-33F3CAE9D517}"/>
          </ac:spMkLst>
        </pc:spChg>
        <pc:spChg chg="del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109857222" sldId="256"/>
            <ac:spMk id="14" creationId="{84D4DDB8-B68F-45B0-9F62-C4279996F672}"/>
          </ac:spMkLst>
        </pc:spChg>
        <pc:spChg chg="del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109857222" sldId="256"/>
            <ac:spMk id="16" creationId="{AF2F604E-43BE-4DC3-B983-E071523364F8}"/>
          </ac:spMkLst>
        </pc:spChg>
        <pc:spChg chg="del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109857222" sldId="256"/>
            <ac:spMk id="18" creationId="{08C9B587-E65E-4B52-B37C-ABEBB6E87928}"/>
          </ac:spMkLst>
        </pc:spChg>
      </pc:sldChg>
      <pc:sldChg chg="delSp modSp mod modClrScheme delDesignElem chgLayout">
        <pc:chgData name="Amgalan, Tseveengerel" userId="S::tamgalan@falcon.bentley.edu::aff1945d-2e69-4cfa-87e5-44d93501dd5a" providerId="AD" clId="Web-{B507F9EC-5464-D53F-CA2D-1C9B92A05EF6}" dt="2025-05-05T18:21:13.881" v="79"/>
        <pc:sldMkLst>
          <pc:docMk/>
          <pc:sldMk cId="2327139068" sldId="257"/>
        </pc:sldMkLst>
        <pc:spChg chg="mod ord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2327139068" sldId="257"/>
            <ac:spMk id="2" creationId="{605B2F4F-93F8-B28A-2158-BD1E9B817C85}"/>
          </ac:spMkLst>
        </pc:spChg>
        <pc:spChg chg="del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2327139068" sldId="257"/>
            <ac:spMk id="9" creationId="{BACC6370-2D7E-4714-9D71-7542949D7D5D}"/>
          </ac:spMkLst>
        </pc:spChg>
        <pc:spChg chg="del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2327139068" sldId="257"/>
            <ac:spMk id="11" creationId="{F68B3F68-107C-434F-AA38-110D5EA91B85}"/>
          </ac:spMkLst>
        </pc:spChg>
        <pc:spChg chg="del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2327139068" sldId="257"/>
            <ac:spMk id="13" creationId="{AAD0DBB9-1A4B-4391-81D4-CB19F9AB918A}"/>
          </ac:spMkLst>
        </pc:spChg>
        <pc:spChg chg="del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2327139068" sldId="257"/>
            <ac:spMk id="15" creationId="{063BBA22-50EA-4C4D-BE05-F1CE4E63AA56}"/>
          </ac:spMkLst>
        </pc:spChg>
        <pc:graphicFrameChg chg="mod ord">
          <ac:chgData name="Amgalan, Tseveengerel" userId="S::tamgalan@falcon.bentley.edu::aff1945d-2e69-4cfa-87e5-44d93501dd5a" providerId="AD" clId="Web-{B507F9EC-5464-D53F-CA2D-1C9B92A05EF6}" dt="2025-05-05T18:21:13.881" v="79"/>
          <ac:graphicFrameMkLst>
            <pc:docMk/>
            <pc:sldMk cId="2327139068" sldId="257"/>
            <ac:graphicFrameMk id="12" creationId="{27BB5DA3-B348-5C1F-742B-796DB68F7D7C}"/>
          </ac:graphicFrameMkLst>
        </pc:graphicFrameChg>
      </pc:sldChg>
      <pc:sldChg chg="delSp modSp mod modClrScheme delDesignElem chgLayout">
        <pc:chgData name="Amgalan, Tseveengerel" userId="S::tamgalan@falcon.bentley.edu::aff1945d-2e69-4cfa-87e5-44d93501dd5a" providerId="AD" clId="Web-{B507F9EC-5464-D53F-CA2D-1C9B92A05EF6}" dt="2025-05-05T18:21:13.881" v="79"/>
        <pc:sldMkLst>
          <pc:docMk/>
          <pc:sldMk cId="2288134215" sldId="258"/>
        </pc:sldMkLst>
        <pc:spChg chg="mod ord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2288134215" sldId="258"/>
            <ac:spMk id="3" creationId="{F00F9B8F-9E2D-6F1F-BAB8-28E6A83DC873}"/>
          </ac:spMkLst>
        </pc:spChg>
        <pc:spChg chg="del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2288134215" sldId="258"/>
            <ac:spMk id="17" creationId="{907EF6B7-1338-4443-8C46-6A318D952DFD}"/>
          </ac:spMkLst>
        </pc:spChg>
        <pc:spChg chg="del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2288134215" sldId="258"/>
            <ac:spMk id="20" creationId="{DAAE4CDD-124C-4DCF-9584-B6033B545DD5}"/>
          </ac:spMkLst>
        </pc:spChg>
        <pc:spChg chg="del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2288134215" sldId="258"/>
            <ac:spMk id="22" creationId="{081E4A58-353D-44AE-B2FC-2A74E2E400F7}"/>
          </ac:spMkLst>
        </pc:spChg>
      </pc:sldChg>
      <pc:sldChg chg="delSp modSp mod modClrScheme delDesignElem chgLayout">
        <pc:chgData name="Amgalan, Tseveengerel" userId="S::tamgalan@falcon.bentley.edu::aff1945d-2e69-4cfa-87e5-44d93501dd5a" providerId="AD" clId="Web-{B507F9EC-5464-D53F-CA2D-1C9B92A05EF6}" dt="2025-05-05T18:21:13.881" v="79"/>
        <pc:sldMkLst>
          <pc:docMk/>
          <pc:sldMk cId="1503219502" sldId="259"/>
        </pc:sldMkLst>
        <pc:spChg chg="mod ord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1503219502" sldId="259"/>
            <ac:spMk id="2" creationId="{F8CBE6E1-F4CE-509E-E648-C27ABBF4DFB4}"/>
          </ac:spMkLst>
        </pc:spChg>
        <pc:spChg chg="mod ord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1503219502" sldId="259"/>
            <ac:spMk id="3" creationId="{9E55A4AE-4E52-B601-6856-B9C121D5BFEB}"/>
          </ac:spMkLst>
        </pc:spChg>
        <pc:spChg chg="del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1503219502" sldId="259"/>
            <ac:spMk id="28" creationId="{04812C46-200A-4DEB-A05E-3ED6C68C2387}"/>
          </ac:spMkLst>
        </pc:spChg>
        <pc:spChg chg="del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1503219502" sldId="259"/>
            <ac:spMk id="29" creationId="{D1EA859B-E555-4109-94F3-6700E046E008}"/>
          </ac:spMkLst>
        </pc:spChg>
      </pc:sldChg>
      <pc:sldChg chg="modSp mod modClrScheme chgLayout">
        <pc:chgData name="Amgalan, Tseveengerel" userId="S::tamgalan@falcon.bentley.edu::aff1945d-2e69-4cfa-87e5-44d93501dd5a" providerId="AD" clId="Web-{B507F9EC-5464-D53F-CA2D-1C9B92A05EF6}" dt="2025-05-05T18:21:13.881" v="79"/>
        <pc:sldMkLst>
          <pc:docMk/>
          <pc:sldMk cId="1352260696" sldId="260"/>
        </pc:sldMkLst>
        <pc:spChg chg="mod ord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1352260696" sldId="260"/>
            <ac:spMk id="2" creationId="{5636FA0A-B2AB-1AB4-E7A3-37891F255A54}"/>
          </ac:spMkLst>
        </pc:spChg>
        <pc:spChg chg="mod ord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1352260696" sldId="260"/>
            <ac:spMk id="3" creationId="{18D344B2-8DCF-B913-4862-2B1FC6E982EA}"/>
          </ac:spMkLst>
        </pc:spChg>
      </pc:sldChg>
      <pc:sldChg chg="modSp mod modClrScheme chgLayout">
        <pc:chgData name="Amgalan, Tseveengerel" userId="S::tamgalan@falcon.bentley.edu::aff1945d-2e69-4cfa-87e5-44d93501dd5a" providerId="AD" clId="Web-{B507F9EC-5464-D53F-CA2D-1C9B92A05EF6}" dt="2025-05-05T18:21:13.881" v="79"/>
        <pc:sldMkLst>
          <pc:docMk/>
          <pc:sldMk cId="3077209850" sldId="261"/>
        </pc:sldMkLst>
        <pc:spChg chg="mod ord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3077209850" sldId="261"/>
            <ac:spMk id="2" creationId="{6A094287-CF43-E498-C5E6-E00CB9FB6F09}"/>
          </ac:spMkLst>
        </pc:spChg>
        <pc:spChg chg="mod ord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3077209850" sldId="261"/>
            <ac:spMk id="3" creationId="{A2E5E776-9E8C-EC96-DE76-DE5A45C919FC}"/>
          </ac:spMkLst>
        </pc:spChg>
      </pc:sldChg>
      <pc:sldChg chg="modSp mod modClrScheme chgLayout">
        <pc:chgData name="Amgalan, Tseveengerel" userId="S::tamgalan@falcon.bentley.edu::aff1945d-2e69-4cfa-87e5-44d93501dd5a" providerId="AD" clId="Web-{B507F9EC-5464-D53F-CA2D-1C9B92A05EF6}" dt="2025-05-05T18:21:13.881" v="79"/>
        <pc:sldMkLst>
          <pc:docMk/>
          <pc:sldMk cId="3832817851" sldId="262"/>
        </pc:sldMkLst>
        <pc:spChg chg="mod ord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3832817851" sldId="262"/>
            <ac:spMk id="2" creationId="{AC6D1078-2AAD-F188-559F-499DC445EDF4}"/>
          </ac:spMkLst>
        </pc:spChg>
        <pc:spChg chg="mod ord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3832817851" sldId="262"/>
            <ac:spMk id="7" creationId="{87291B2D-5F38-46FF-4FCA-2C461F083EBD}"/>
          </ac:spMkLst>
        </pc:spChg>
      </pc:sldChg>
      <pc:sldChg chg="addSp delSp modSp mod modClrScheme chgLayout">
        <pc:chgData name="Amgalan, Tseveengerel" userId="S::tamgalan@falcon.bentley.edu::aff1945d-2e69-4cfa-87e5-44d93501dd5a" providerId="AD" clId="Web-{B507F9EC-5464-D53F-CA2D-1C9B92A05EF6}" dt="2025-05-05T18:25:20.662" v="113" actId="1076"/>
        <pc:sldMkLst>
          <pc:docMk/>
          <pc:sldMk cId="975844990" sldId="263"/>
        </pc:sldMkLst>
        <pc:spChg chg="mod ord">
          <ac:chgData name="Amgalan, Tseveengerel" userId="S::tamgalan@falcon.bentley.edu::aff1945d-2e69-4cfa-87e5-44d93501dd5a" providerId="AD" clId="Web-{B507F9EC-5464-D53F-CA2D-1C9B92A05EF6}" dt="2025-05-05T18:25:20.662" v="113" actId="1076"/>
          <ac:spMkLst>
            <pc:docMk/>
            <pc:sldMk cId="975844990" sldId="263"/>
            <ac:spMk id="2" creationId="{49972DBE-D363-4D50-8B01-417055741ADE}"/>
          </ac:spMkLst>
        </pc:spChg>
        <pc:spChg chg="mod ord">
          <ac:chgData name="Amgalan, Tseveengerel" userId="S::tamgalan@falcon.bentley.edu::aff1945d-2e69-4cfa-87e5-44d93501dd5a" providerId="AD" clId="Web-{B507F9EC-5464-D53F-CA2D-1C9B92A05EF6}" dt="2025-05-05T18:22:20.568" v="88" actId="1076"/>
          <ac:spMkLst>
            <pc:docMk/>
            <pc:sldMk cId="975844990" sldId="263"/>
            <ac:spMk id="3" creationId="{EA172407-276A-139D-D637-791540AAFB5C}"/>
          </ac:spMkLst>
        </pc:spChg>
        <pc:spChg chg="mod">
          <ac:chgData name="Amgalan, Tseveengerel" userId="S::tamgalan@falcon.bentley.edu::aff1945d-2e69-4cfa-87e5-44d93501dd5a" providerId="AD" clId="Web-{B507F9EC-5464-D53F-CA2D-1C9B92A05EF6}" dt="2025-05-05T18:24:34.568" v="106" actId="20577"/>
          <ac:spMkLst>
            <pc:docMk/>
            <pc:sldMk cId="975844990" sldId="263"/>
            <ac:spMk id="5" creationId="{341A4C5E-E4E9-61EA-FBE8-D0E7AC781A1D}"/>
          </ac:spMkLst>
        </pc:spChg>
        <pc:graphicFrameChg chg="modGraphic">
          <ac:chgData name="Amgalan, Tseveengerel" userId="S::tamgalan@falcon.bentley.edu::aff1945d-2e69-4cfa-87e5-44d93501dd5a" providerId="AD" clId="Web-{B507F9EC-5464-D53F-CA2D-1C9B92A05EF6}" dt="2025-05-05T18:23:10.896" v="98" actId="20577"/>
          <ac:graphicFrameMkLst>
            <pc:docMk/>
            <pc:sldMk cId="975844990" sldId="263"/>
            <ac:graphicFrameMk id="8" creationId="{908AE65E-0450-7DE7-1823-B03ADD36921C}"/>
          </ac:graphicFrameMkLst>
        </pc:graphicFrameChg>
        <pc:picChg chg="add del mod">
          <ac:chgData name="Amgalan, Tseveengerel" userId="S::tamgalan@falcon.bentley.edu::aff1945d-2e69-4cfa-87e5-44d93501dd5a" providerId="AD" clId="Web-{B507F9EC-5464-D53F-CA2D-1C9B92A05EF6}" dt="2025-05-05T18:20:14.959" v="69"/>
          <ac:picMkLst>
            <pc:docMk/>
            <pc:sldMk cId="975844990" sldId="263"/>
            <ac:picMk id="372" creationId="{2CAED2D0-5A52-CECE-71DC-3D3946F380A7}"/>
          </ac:picMkLst>
        </pc:picChg>
        <pc:picChg chg="add mod">
          <ac:chgData name="Amgalan, Tseveengerel" userId="S::tamgalan@falcon.bentley.edu::aff1945d-2e69-4cfa-87e5-44d93501dd5a" providerId="AD" clId="Web-{B507F9EC-5464-D53F-CA2D-1C9B92A05EF6}" dt="2025-05-05T18:24:51.912" v="112" actId="1076"/>
          <ac:picMkLst>
            <pc:docMk/>
            <pc:sldMk cId="975844990" sldId="263"/>
            <ac:picMk id="373" creationId="{554F0F02-E569-5DF2-A8DE-ED9F33AC5807}"/>
          </ac:picMkLst>
        </pc:picChg>
        <pc:picChg chg="add mod">
          <ac:chgData name="Amgalan, Tseveengerel" userId="S::tamgalan@falcon.bentley.edu::aff1945d-2e69-4cfa-87e5-44d93501dd5a" providerId="AD" clId="Web-{B507F9EC-5464-D53F-CA2D-1C9B92A05EF6}" dt="2025-05-05T18:24:43.302" v="108" actId="14100"/>
          <ac:picMkLst>
            <pc:docMk/>
            <pc:sldMk cId="975844990" sldId="263"/>
            <ac:picMk id="374" creationId="{9686FBEC-74B3-9CA9-FF97-4D8FACAB37A7}"/>
          </ac:picMkLst>
        </pc:picChg>
      </pc:sldChg>
      <pc:sldChg chg="modSp mod modClrScheme chgLayout">
        <pc:chgData name="Amgalan, Tseveengerel" userId="S::tamgalan@falcon.bentley.edu::aff1945d-2e69-4cfa-87e5-44d93501dd5a" providerId="AD" clId="Web-{B507F9EC-5464-D53F-CA2D-1C9B92A05EF6}" dt="2025-05-05T18:21:13.881" v="79"/>
        <pc:sldMkLst>
          <pc:docMk/>
          <pc:sldMk cId="1157139935" sldId="264"/>
        </pc:sldMkLst>
        <pc:spChg chg="mod ord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1157139935" sldId="264"/>
            <ac:spMk id="2" creationId="{DA79F9D1-DF60-F655-B53F-2E19876E7413}"/>
          </ac:spMkLst>
        </pc:spChg>
        <pc:spChg chg="mod ord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1157139935" sldId="264"/>
            <ac:spMk id="3" creationId="{4124A173-42D7-C722-3520-B7D391DD345E}"/>
          </ac:spMkLst>
        </pc:spChg>
      </pc:sldChg>
      <pc:sldChg chg="modSp mod modClrScheme chgLayout">
        <pc:chgData name="Amgalan, Tseveengerel" userId="S::tamgalan@falcon.bentley.edu::aff1945d-2e69-4cfa-87e5-44d93501dd5a" providerId="AD" clId="Web-{B507F9EC-5464-D53F-CA2D-1C9B92A05EF6}" dt="2025-05-05T18:21:13.881" v="79"/>
        <pc:sldMkLst>
          <pc:docMk/>
          <pc:sldMk cId="3592236931" sldId="265"/>
        </pc:sldMkLst>
        <pc:spChg chg="mod ord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3592236931" sldId="265"/>
            <ac:spMk id="2" creationId="{D17758DE-640A-83C1-610C-2FD1F64A0F95}"/>
          </ac:spMkLst>
        </pc:spChg>
        <pc:spChg chg="mod ord">
          <ac:chgData name="Amgalan, Tseveengerel" userId="S::tamgalan@falcon.bentley.edu::aff1945d-2e69-4cfa-87e5-44d93501dd5a" providerId="AD" clId="Web-{B507F9EC-5464-D53F-CA2D-1C9B92A05EF6}" dt="2025-05-05T18:21:13.881" v="79"/>
          <ac:spMkLst>
            <pc:docMk/>
            <pc:sldMk cId="3592236931" sldId="265"/>
            <ac:spMk id="3" creationId="{FFC3DBB1-2CD3-1B7E-41D3-1114D25EDE9A}"/>
          </ac:spMkLst>
        </pc:spChg>
      </pc:sldChg>
      <pc:sldMasterChg chg="del delSldLayout">
        <pc:chgData name="Amgalan, Tseveengerel" userId="S::tamgalan@falcon.bentley.edu::aff1945d-2e69-4cfa-87e5-44d93501dd5a" providerId="AD" clId="Web-{B507F9EC-5464-D53F-CA2D-1C9B92A05EF6}" dt="2025-05-05T18:21:13.881" v="79"/>
        <pc:sldMasterMkLst>
          <pc:docMk/>
          <pc:sldMasterMk cId="2460954070" sldId="2147483660"/>
        </pc:sldMasterMkLst>
        <pc:sldLayoutChg chg="del">
          <pc:chgData name="Amgalan, Tseveengerel" userId="S::tamgalan@falcon.bentley.edu::aff1945d-2e69-4cfa-87e5-44d93501dd5a" providerId="AD" clId="Web-{B507F9EC-5464-D53F-CA2D-1C9B92A05EF6}" dt="2025-05-05T18:21:13.881" v="79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Amgalan, Tseveengerel" userId="S::tamgalan@falcon.bentley.edu::aff1945d-2e69-4cfa-87e5-44d93501dd5a" providerId="AD" clId="Web-{B507F9EC-5464-D53F-CA2D-1C9B92A05EF6}" dt="2025-05-05T18:21:13.881" v="79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Amgalan, Tseveengerel" userId="S::tamgalan@falcon.bentley.edu::aff1945d-2e69-4cfa-87e5-44d93501dd5a" providerId="AD" clId="Web-{B507F9EC-5464-D53F-CA2D-1C9B92A05EF6}" dt="2025-05-05T18:21:13.881" v="79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Amgalan, Tseveengerel" userId="S::tamgalan@falcon.bentley.edu::aff1945d-2e69-4cfa-87e5-44d93501dd5a" providerId="AD" clId="Web-{B507F9EC-5464-D53F-CA2D-1C9B92A05EF6}" dt="2025-05-05T18:21:13.881" v="79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Amgalan, Tseveengerel" userId="S::tamgalan@falcon.bentley.edu::aff1945d-2e69-4cfa-87e5-44d93501dd5a" providerId="AD" clId="Web-{B507F9EC-5464-D53F-CA2D-1C9B92A05EF6}" dt="2025-05-05T18:21:13.881" v="79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Amgalan, Tseveengerel" userId="S::tamgalan@falcon.bentley.edu::aff1945d-2e69-4cfa-87e5-44d93501dd5a" providerId="AD" clId="Web-{B507F9EC-5464-D53F-CA2D-1C9B92A05EF6}" dt="2025-05-05T18:21:13.881" v="79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Amgalan, Tseveengerel" userId="S::tamgalan@falcon.bentley.edu::aff1945d-2e69-4cfa-87e5-44d93501dd5a" providerId="AD" clId="Web-{B507F9EC-5464-D53F-CA2D-1C9B92A05EF6}" dt="2025-05-05T18:21:13.881" v="79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Amgalan, Tseveengerel" userId="S::tamgalan@falcon.bentley.edu::aff1945d-2e69-4cfa-87e5-44d93501dd5a" providerId="AD" clId="Web-{B507F9EC-5464-D53F-CA2D-1C9B92A05EF6}" dt="2025-05-05T18:21:13.881" v="79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Amgalan, Tseveengerel" userId="S::tamgalan@falcon.bentley.edu::aff1945d-2e69-4cfa-87e5-44d93501dd5a" providerId="AD" clId="Web-{B507F9EC-5464-D53F-CA2D-1C9B92A05EF6}" dt="2025-05-05T18:21:13.881" v="79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Amgalan, Tseveengerel" userId="S::tamgalan@falcon.bentley.edu::aff1945d-2e69-4cfa-87e5-44d93501dd5a" providerId="AD" clId="Web-{B507F9EC-5464-D53F-CA2D-1C9B92A05EF6}" dt="2025-05-05T18:21:13.881" v="79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Amgalan, Tseveengerel" userId="S::tamgalan@falcon.bentley.edu::aff1945d-2e69-4cfa-87e5-44d93501dd5a" providerId="AD" clId="Web-{B507F9EC-5464-D53F-CA2D-1C9B92A05EF6}" dt="2025-05-05T18:21:13.881" v="79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 modSldLayout">
        <pc:chgData name="Amgalan, Tseveengerel" userId="S::tamgalan@falcon.bentley.edu::aff1945d-2e69-4cfa-87e5-44d93501dd5a" providerId="AD" clId="Web-{B507F9EC-5464-D53F-CA2D-1C9B92A05EF6}" dt="2025-05-05T18:21:13.881" v="79"/>
        <pc:sldMasterMkLst>
          <pc:docMk/>
          <pc:sldMasterMk cId="2473970857" sldId="2147483672"/>
        </pc:sldMasterMkLst>
        <pc:sldLayoutChg chg="add mod replId">
          <pc:chgData name="Amgalan, Tseveengerel" userId="S::tamgalan@falcon.bentley.edu::aff1945d-2e69-4cfa-87e5-44d93501dd5a" providerId="AD" clId="Web-{B507F9EC-5464-D53F-CA2D-1C9B92A05EF6}" dt="2025-05-05T18:21:13.881" v="79"/>
          <pc:sldLayoutMkLst>
            <pc:docMk/>
            <pc:sldMasterMk cId="2473970857" sldId="2147483672"/>
            <pc:sldLayoutMk cId="1579317414" sldId="2147483673"/>
          </pc:sldLayoutMkLst>
        </pc:sldLayoutChg>
        <pc:sldLayoutChg chg="add mod replId">
          <pc:chgData name="Amgalan, Tseveengerel" userId="S::tamgalan@falcon.bentley.edu::aff1945d-2e69-4cfa-87e5-44d93501dd5a" providerId="AD" clId="Web-{B507F9EC-5464-D53F-CA2D-1C9B92A05EF6}" dt="2025-05-05T18:21:13.881" v="79"/>
          <pc:sldLayoutMkLst>
            <pc:docMk/>
            <pc:sldMasterMk cId="2473970857" sldId="2147483672"/>
            <pc:sldLayoutMk cId="1863913837" sldId="2147483674"/>
          </pc:sldLayoutMkLst>
        </pc:sldLayoutChg>
        <pc:sldLayoutChg chg="add mod replId">
          <pc:chgData name="Amgalan, Tseveengerel" userId="S::tamgalan@falcon.bentley.edu::aff1945d-2e69-4cfa-87e5-44d93501dd5a" providerId="AD" clId="Web-{B507F9EC-5464-D53F-CA2D-1C9B92A05EF6}" dt="2025-05-05T18:21:13.881" v="79"/>
          <pc:sldLayoutMkLst>
            <pc:docMk/>
            <pc:sldMasterMk cId="2473970857" sldId="2147483672"/>
            <pc:sldLayoutMk cId="3899234283" sldId="2147483675"/>
          </pc:sldLayoutMkLst>
        </pc:sldLayoutChg>
        <pc:sldLayoutChg chg="add mod replId">
          <pc:chgData name="Amgalan, Tseveengerel" userId="S::tamgalan@falcon.bentley.edu::aff1945d-2e69-4cfa-87e5-44d93501dd5a" providerId="AD" clId="Web-{B507F9EC-5464-D53F-CA2D-1C9B92A05EF6}" dt="2025-05-05T18:21:13.881" v="79"/>
          <pc:sldLayoutMkLst>
            <pc:docMk/>
            <pc:sldMasterMk cId="2473970857" sldId="2147483672"/>
            <pc:sldLayoutMk cId="3003190488" sldId="2147483676"/>
          </pc:sldLayoutMkLst>
        </pc:sldLayoutChg>
        <pc:sldLayoutChg chg="add mod replId">
          <pc:chgData name="Amgalan, Tseveengerel" userId="S::tamgalan@falcon.bentley.edu::aff1945d-2e69-4cfa-87e5-44d93501dd5a" providerId="AD" clId="Web-{B507F9EC-5464-D53F-CA2D-1C9B92A05EF6}" dt="2025-05-05T18:21:13.881" v="79"/>
          <pc:sldLayoutMkLst>
            <pc:docMk/>
            <pc:sldMasterMk cId="2473970857" sldId="2147483672"/>
            <pc:sldLayoutMk cId="3449586354" sldId="2147483677"/>
          </pc:sldLayoutMkLst>
        </pc:sldLayoutChg>
        <pc:sldLayoutChg chg="add mod replId">
          <pc:chgData name="Amgalan, Tseveengerel" userId="S::tamgalan@falcon.bentley.edu::aff1945d-2e69-4cfa-87e5-44d93501dd5a" providerId="AD" clId="Web-{B507F9EC-5464-D53F-CA2D-1C9B92A05EF6}" dt="2025-05-05T18:21:13.881" v="79"/>
          <pc:sldLayoutMkLst>
            <pc:docMk/>
            <pc:sldMasterMk cId="2473970857" sldId="2147483672"/>
            <pc:sldLayoutMk cId="3757694555" sldId="2147483678"/>
          </pc:sldLayoutMkLst>
        </pc:sldLayoutChg>
        <pc:sldLayoutChg chg="add mod replId">
          <pc:chgData name="Amgalan, Tseveengerel" userId="S::tamgalan@falcon.bentley.edu::aff1945d-2e69-4cfa-87e5-44d93501dd5a" providerId="AD" clId="Web-{B507F9EC-5464-D53F-CA2D-1C9B92A05EF6}" dt="2025-05-05T18:21:13.881" v="79"/>
          <pc:sldLayoutMkLst>
            <pc:docMk/>
            <pc:sldMasterMk cId="2473970857" sldId="2147483672"/>
            <pc:sldLayoutMk cId="2555428678" sldId="2147483679"/>
          </pc:sldLayoutMkLst>
        </pc:sldLayoutChg>
        <pc:sldLayoutChg chg="add mod replId">
          <pc:chgData name="Amgalan, Tseveengerel" userId="S::tamgalan@falcon.bentley.edu::aff1945d-2e69-4cfa-87e5-44d93501dd5a" providerId="AD" clId="Web-{B507F9EC-5464-D53F-CA2D-1C9B92A05EF6}" dt="2025-05-05T18:21:13.881" v="79"/>
          <pc:sldLayoutMkLst>
            <pc:docMk/>
            <pc:sldMasterMk cId="2473970857" sldId="2147483672"/>
            <pc:sldLayoutMk cId="4102740695" sldId="2147483680"/>
          </pc:sldLayoutMkLst>
        </pc:sldLayoutChg>
        <pc:sldLayoutChg chg="add mod replId">
          <pc:chgData name="Amgalan, Tseveengerel" userId="S::tamgalan@falcon.bentley.edu::aff1945d-2e69-4cfa-87e5-44d93501dd5a" providerId="AD" clId="Web-{B507F9EC-5464-D53F-CA2D-1C9B92A05EF6}" dt="2025-05-05T18:21:13.881" v="79"/>
          <pc:sldLayoutMkLst>
            <pc:docMk/>
            <pc:sldMasterMk cId="2473970857" sldId="2147483672"/>
            <pc:sldLayoutMk cId="1284961246" sldId="2147483681"/>
          </pc:sldLayoutMkLst>
        </pc:sldLayoutChg>
        <pc:sldLayoutChg chg="add mod replId">
          <pc:chgData name="Amgalan, Tseveengerel" userId="S::tamgalan@falcon.bentley.edu::aff1945d-2e69-4cfa-87e5-44d93501dd5a" providerId="AD" clId="Web-{B507F9EC-5464-D53F-CA2D-1C9B92A05EF6}" dt="2025-05-05T18:21:13.881" v="79"/>
          <pc:sldLayoutMkLst>
            <pc:docMk/>
            <pc:sldMasterMk cId="2473970857" sldId="2147483672"/>
            <pc:sldLayoutMk cId="3058295108" sldId="2147483682"/>
          </pc:sldLayoutMkLst>
        </pc:sldLayoutChg>
        <pc:sldLayoutChg chg="add mod replId">
          <pc:chgData name="Amgalan, Tseveengerel" userId="S::tamgalan@falcon.bentley.edu::aff1945d-2e69-4cfa-87e5-44d93501dd5a" providerId="AD" clId="Web-{B507F9EC-5464-D53F-CA2D-1C9B92A05EF6}" dt="2025-05-05T18:21:13.881" v="79"/>
          <pc:sldLayoutMkLst>
            <pc:docMk/>
            <pc:sldMasterMk cId="2473970857" sldId="2147483672"/>
            <pc:sldLayoutMk cId="971643229" sldId="2147483683"/>
          </pc:sldLayoutMkLst>
        </pc:sldLayoutChg>
      </pc:sldMasterChg>
    </pc:docChg>
  </pc:docChgLst>
  <pc:docChgLst>
    <pc:chgData name="Marashi, Isabella" userId="S::imarashi@falcon.bentley.edu::97a08ee0-921e-4523-bdb4-6a90e71f2932" providerId="AD" clId="Web-{52AA8616-224B-9DF7-6B5F-83017DEA2DC6}"/>
    <pc:docChg chg="modSld">
      <pc:chgData name="Marashi, Isabella" userId="S::imarashi@falcon.bentley.edu::97a08ee0-921e-4523-bdb4-6a90e71f2932" providerId="AD" clId="Web-{52AA8616-224B-9DF7-6B5F-83017DEA2DC6}" dt="2025-05-06T23:33:14.549" v="1" actId="20577"/>
      <pc:docMkLst>
        <pc:docMk/>
      </pc:docMkLst>
      <pc:sldChg chg="modSp">
        <pc:chgData name="Marashi, Isabella" userId="S::imarashi@falcon.bentley.edu::97a08ee0-921e-4523-bdb4-6a90e71f2932" providerId="AD" clId="Web-{52AA8616-224B-9DF7-6B5F-83017DEA2DC6}" dt="2025-05-06T23:33:14.549" v="1" actId="20577"/>
        <pc:sldMkLst>
          <pc:docMk/>
          <pc:sldMk cId="1352260696" sldId="260"/>
        </pc:sldMkLst>
        <pc:graphicFrameChg chg="modGraphic">
          <ac:chgData name="Marashi, Isabella" userId="S::imarashi@falcon.bentley.edu::97a08ee0-921e-4523-bdb4-6a90e71f2932" providerId="AD" clId="Web-{52AA8616-224B-9DF7-6B5F-83017DEA2DC6}" dt="2025-05-06T23:33:14.549" v="1" actId="20577"/>
          <ac:graphicFrameMkLst>
            <pc:docMk/>
            <pc:sldMk cId="1352260696" sldId="260"/>
            <ac:graphicFrameMk id="14" creationId="{892AB529-B6F1-C795-C5AB-1EC8E3F3A7E0}"/>
          </ac:graphicFrameMkLst>
        </pc:graphicFrameChg>
      </pc:sldChg>
    </pc:docChg>
  </pc:docChgLst>
  <pc:docChgLst>
    <pc:chgData name="Amgalan, Tseveengerel" userId="S::tamgalan@falcon.bentley.edu::aff1945d-2e69-4cfa-87e5-44d93501dd5a" providerId="AD" clId="Web-{55F3B8A1-F961-15E3-541C-8CB2DFF08B6A}"/>
    <pc:docChg chg="modSld">
      <pc:chgData name="Amgalan, Tseveengerel" userId="S::tamgalan@falcon.bentley.edu::aff1945d-2e69-4cfa-87e5-44d93501dd5a" providerId="AD" clId="Web-{55F3B8A1-F961-15E3-541C-8CB2DFF08B6A}" dt="2025-05-05T16:35:16.944" v="40" actId="20577"/>
      <pc:docMkLst>
        <pc:docMk/>
      </pc:docMkLst>
      <pc:sldChg chg="addSp delSp modSp">
        <pc:chgData name="Amgalan, Tseveengerel" userId="S::tamgalan@falcon.bentley.edu::aff1945d-2e69-4cfa-87e5-44d93501dd5a" providerId="AD" clId="Web-{55F3B8A1-F961-15E3-541C-8CB2DFF08B6A}" dt="2025-05-05T16:35:16.944" v="40" actId="20577"/>
        <pc:sldMkLst>
          <pc:docMk/>
          <pc:sldMk cId="975844990" sldId="263"/>
        </pc:sldMkLst>
        <pc:spChg chg="mod">
          <ac:chgData name="Amgalan, Tseveengerel" userId="S::tamgalan@falcon.bentley.edu::aff1945d-2e69-4cfa-87e5-44d93501dd5a" providerId="AD" clId="Web-{55F3B8A1-F961-15E3-541C-8CB2DFF08B6A}" dt="2025-05-05T16:34:04.881" v="26" actId="20577"/>
          <ac:spMkLst>
            <pc:docMk/>
            <pc:sldMk cId="975844990" sldId="263"/>
            <ac:spMk id="3" creationId="{EA172407-276A-139D-D637-791540AAFB5C}"/>
          </ac:spMkLst>
        </pc:spChg>
        <pc:spChg chg="add del mod">
          <ac:chgData name="Amgalan, Tseveengerel" userId="S::tamgalan@falcon.bentley.edu::aff1945d-2e69-4cfa-87e5-44d93501dd5a" providerId="AD" clId="Web-{55F3B8A1-F961-15E3-541C-8CB2DFF08B6A}" dt="2025-05-05T16:32:52.849" v="6"/>
          <ac:spMkLst>
            <pc:docMk/>
            <pc:sldMk cId="975844990" sldId="263"/>
            <ac:spMk id="4" creationId="{3D93BE1E-9655-12E3-ECF5-8D16997FD05B}"/>
          </ac:spMkLst>
        </pc:spChg>
        <pc:spChg chg="add mod">
          <ac:chgData name="Amgalan, Tseveengerel" userId="S::tamgalan@falcon.bentley.edu::aff1945d-2e69-4cfa-87e5-44d93501dd5a" providerId="AD" clId="Web-{55F3B8A1-F961-15E3-541C-8CB2DFF08B6A}" dt="2025-05-05T16:34:58.006" v="37" actId="14100"/>
          <ac:spMkLst>
            <pc:docMk/>
            <pc:sldMk cId="975844990" sldId="263"/>
            <ac:spMk id="5" creationId="{341A4C5E-E4E9-61EA-FBE8-D0E7AC781A1D}"/>
          </ac:spMkLst>
        </pc:spChg>
        <pc:spChg chg="add mod">
          <ac:chgData name="Amgalan, Tseveengerel" userId="S::tamgalan@falcon.bentley.edu::aff1945d-2e69-4cfa-87e5-44d93501dd5a" providerId="AD" clId="Web-{55F3B8A1-F961-15E3-541C-8CB2DFF08B6A}" dt="2025-05-05T16:35:16.944" v="40" actId="20577"/>
          <ac:spMkLst>
            <pc:docMk/>
            <pc:sldMk cId="975844990" sldId="263"/>
            <ac:spMk id="6" creationId="{AE254D0A-94E6-DCCA-CE6F-CE6C8C489676}"/>
          </ac:spMkLst>
        </pc:spChg>
      </pc:sldChg>
    </pc:docChg>
  </pc:docChgLst>
  <pc:docChgLst>
    <pc:chgData name="Amgalan, Tseveengerel" userId="S::tamgalan@falcon.bentley.edu::aff1945d-2e69-4cfa-87e5-44d93501dd5a" providerId="AD" clId="Web-{648874F5-331E-3B4C-046B-F2CD39F56169}"/>
    <pc:docChg chg="modSld">
      <pc:chgData name="Amgalan, Tseveengerel" userId="S::tamgalan@falcon.bentley.edu::aff1945d-2e69-4cfa-87e5-44d93501dd5a" providerId="AD" clId="Web-{648874F5-331E-3B4C-046B-F2CD39F56169}" dt="2025-05-05T17:47:45.244" v="8" actId="20577"/>
      <pc:docMkLst>
        <pc:docMk/>
      </pc:docMkLst>
      <pc:sldChg chg="addSp delSp modSp">
        <pc:chgData name="Amgalan, Tseveengerel" userId="S::tamgalan@falcon.bentley.edu::aff1945d-2e69-4cfa-87e5-44d93501dd5a" providerId="AD" clId="Web-{648874F5-331E-3B4C-046B-F2CD39F56169}" dt="2025-05-05T17:47:45.244" v="8" actId="20577"/>
        <pc:sldMkLst>
          <pc:docMk/>
          <pc:sldMk cId="975844990" sldId="263"/>
        </pc:sldMkLst>
        <pc:spChg chg="mod">
          <ac:chgData name="Amgalan, Tseveengerel" userId="S::tamgalan@falcon.bentley.edu::aff1945d-2e69-4cfa-87e5-44d93501dd5a" providerId="AD" clId="Web-{648874F5-331E-3B4C-046B-F2CD39F56169}" dt="2025-05-05T17:47:40.057" v="6" actId="20577"/>
          <ac:spMkLst>
            <pc:docMk/>
            <pc:sldMk cId="975844990" sldId="263"/>
            <ac:spMk id="3" creationId="{EA172407-276A-139D-D637-791540AAFB5C}"/>
          </ac:spMkLst>
        </pc:spChg>
        <pc:spChg chg="mod">
          <ac:chgData name="Amgalan, Tseveengerel" userId="S::tamgalan@falcon.bentley.edu::aff1945d-2e69-4cfa-87e5-44d93501dd5a" providerId="AD" clId="Web-{648874F5-331E-3B4C-046B-F2CD39F56169}" dt="2025-05-05T17:47:45.244" v="8" actId="20577"/>
          <ac:spMkLst>
            <pc:docMk/>
            <pc:sldMk cId="975844990" sldId="263"/>
            <ac:spMk id="5" creationId="{341A4C5E-E4E9-61EA-FBE8-D0E7AC781A1D}"/>
          </ac:spMkLst>
        </pc:spChg>
        <pc:spChg chg="del">
          <ac:chgData name="Amgalan, Tseveengerel" userId="S::tamgalan@falcon.bentley.edu::aff1945d-2e69-4cfa-87e5-44d93501dd5a" providerId="AD" clId="Web-{648874F5-331E-3B4C-046B-F2CD39F56169}" dt="2025-05-05T17:46:54.743" v="0"/>
          <ac:spMkLst>
            <pc:docMk/>
            <pc:sldMk cId="975844990" sldId="263"/>
            <ac:spMk id="6" creationId="{AE254D0A-94E6-DCCA-CE6F-CE6C8C489676}"/>
          </ac:spMkLst>
        </pc:spChg>
        <pc:graphicFrameChg chg="add mod">
          <ac:chgData name="Amgalan, Tseveengerel" userId="S::tamgalan@falcon.bentley.edu::aff1945d-2e69-4cfa-87e5-44d93501dd5a" providerId="AD" clId="Web-{648874F5-331E-3B4C-046B-F2CD39F56169}" dt="2025-05-05T17:47:27.463" v="2" actId="1076"/>
          <ac:graphicFrameMkLst>
            <pc:docMk/>
            <pc:sldMk cId="975844990" sldId="263"/>
            <ac:graphicFrameMk id="8" creationId="{908AE65E-0450-7DE7-1823-B03ADD36921C}"/>
          </ac:graphicFrameMkLst>
        </pc:graphicFrameChg>
      </pc:sldChg>
    </pc:docChg>
  </pc:docChgLst>
  <pc:docChgLst>
    <pc:chgData name="Amgalan, Tseveengerel" userId="S::tamgalan@falcon.bentley.edu::aff1945d-2e69-4cfa-87e5-44d93501dd5a" providerId="AD" clId="Web-{8119DA2D-3B76-89F9-8597-825140E398C2}"/>
    <pc:docChg chg="addSld modSld">
      <pc:chgData name="Amgalan, Tseveengerel" userId="S::tamgalan@falcon.bentley.edu::aff1945d-2e69-4cfa-87e5-44d93501dd5a" providerId="AD" clId="Web-{8119DA2D-3B76-89F9-8597-825140E398C2}" dt="2025-05-07T00:59:35.257" v="76" actId="1076"/>
      <pc:docMkLst>
        <pc:docMk/>
      </pc:docMkLst>
      <pc:sldChg chg="addSp modSp">
        <pc:chgData name="Amgalan, Tseveengerel" userId="S::tamgalan@falcon.bentley.edu::aff1945d-2e69-4cfa-87e5-44d93501dd5a" providerId="AD" clId="Web-{8119DA2D-3B76-89F9-8597-825140E398C2}" dt="2025-05-07T00:31:58.837" v="72" actId="1076"/>
        <pc:sldMkLst>
          <pc:docMk/>
          <pc:sldMk cId="3644921138" sldId="266"/>
        </pc:sldMkLst>
        <pc:spChg chg="add mod">
          <ac:chgData name="Amgalan, Tseveengerel" userId="S::tamgalan@falcon.bentley.edu::aff1945d-2e69-4cfa-87e5-44d93501dd5a" providerId="AD" clId="Web-{8119DA2D-3B76-89F9-8597-825140E398C2}" dt="2025-05-07T00:31:53.493" v="70" actId="1076"/>
          <ac:spMkLst>
            <pc:docMk/>
            <pc:sldMk cId="3644921138" sldId="266"/>
            <ac:spMk id="4" creationId="{5D781D49-DBEA-FFB8-2CBB-6EBAB84F7454}"/>
          </ac:spMkLst>
        </pc:spChg>
        <pc:picChg chg="mod">
          <ac:chgData name="Amgalan, Tseveengerel" userId="S::tamgalan@falcon.bentley.edu::aff1945d-2e69-4cfa-87e5-44d93501dd5a" providerId="AD" clId="Web-{8119DA2D-3B76-89F9-8597-825140E398C2}" dt="2025-05-07T00:31:57.009" v="71" actId="1076"/>
          <ac:picMkLst>
            <pc:docMk/>
            <pc:sldMk cId="3644921138" sldId="266"/>
            <ac:picMk id="13" creationId="{2F687146-A035-2BC6-C0DC-B35C3473564C}"/>
          </ac:picMkLst>
        </pc:picChg>
        <pc:picChg chg="mod">
          <ac:chgData name="Amgalan, Tseveengerel" userId="S::tamgalan@falcon.bentley.edu::aff1945d-2e69-4cfa-87e5-44d93501dd5a" providerId="AD" clId="Web-{8119DA2D-3B76-89F9-8597-825140E398C2}" dt="2025-05-07T00:31:58.837" v="72" actId="1076"/>
          <ac:picMkLst>
            <pc:docMk/>
            <pc:sldMk cId="3644921138" sldId="266"/>
            <ac:picMk id="14" creationId="{454B9344-AE93-EE79-DA32-827F508DF520}"/>
          </ac:picMkLst>
        </pc:picChg>
      </pc:sldChg>
      <pc:sldChg chg="addSp delSp modSp add replId">
        <pc:chgData name="Amgalan, Tseveengerel" userId="S::tamgalan@falcon.bentley.edu::aff1945d-2e69-4cfa-87e5-44d93501dd5a" providerId="AD" clId="Web-{8119DA2D-3B76-89F9-8597-825140E398C2}" dt="2025-05-07T00:59:35.257" v="76" actId="1076"/>
        <pc:sldMkLst>
          <pc:docMk/>
          <pc:sldMk cId="2720620995" sldId="267"/>
        </pc:sldMkLst>
        <pc:spChg chg="del">
          <ac:chgData name="Amgalan, Tseveengerel" userId="S::tamgalan@falcon.bentley.edu::aff1945d-2e69-4cfa-87e5-44d93501dd5a" providerId="AD" clId="Web-{8119DA2D-3B76-89F9-8597-825140E398C2}" dt="2025-05-07T00:29:30.837" v="25"/>
          <ac:spMkLst>
            <pc:docMk/>
            <pc:sldMk cId="2720620995" sldId="267"/>
            <ac:spMk id="3" creationId="{F31BD8B2-4979-9F9F-2208-F878B5D0A8F1}"/>
          </ac:spMkLst>
        </pc:spChg>
        <pc:spChg chg="del mod">
          <ac:chgData name="Amgalan, Tseveengerel" userId="S::tamgalan@falcon.bentley.edu::aff1945d-2e69-4cfa-87e5-44d93501dd5a" providerId="AD" clId="Web-{8119DA2D-3B76-89F9-8597-825140E398C2}" dt="2025-05-07T00:29:02.384" v="21"/>
          <ac:spMkLst>
            <pc:docMk/>
            <pc:sldMk cId="2720620995" sldId="267"/>
            <ac:spMk id="5" creationId="{1FC7AD2D-C6D7-BA1A-88E6-5B70EBB698BC}"/>
          </ac:spMkLst>
        </pc:spChg>
        <pc:spChg chg="add del mod">
          <ac:chgData name="Amgalan, Tseveengerel" userId="S::tamgalan@falcon.bentley.edu::aff1945d-2e69-4cfa-87e5-44d93501dd5a" providerId="AD" clId="Web-{8119DA2D-3B76-89F9-8597-825140E398C2}" dt="2025-05-07T00:29:33.556" v="26"/>
          <ac:spMkLst>
            <pc:docMk/>
            <pc:sldMk cId="2720620995" sldId="267"/>
            <ac:spMk id="8" creationId="{ED069670-51BC-4438-C3AB-D3D9656B233E}"/>
          </ac:spMkLst>
        </pc:spChg>
        <pc:spChg chg="add del mod">
          <ac:chgData name="Amgalan, Tseveengerel" userId="S::tamgalan@falcon.bentley.edu::aff1945d-2e69-4cfa-87e5-44d93501dd5a" providerId="AD" clId="Web-{8119DA2D-3B76-89F9-8597-825140E398C2}" dt="2025-05-07T00:31:19.118" v="62"/>
          <ac:spMkLst>
            <pc:docMk/>
            <pc:sldMk cId="2720620995" sldId="267"/>
            <ac:spMk id="10" creationId="{5D781D49-DBEA-FFB8-2CBB-6EBAB84F7454}"/>
          </ac:spMkLst>
        </pc:spChg>
        <pc:graphicFrameChg chg="add mod modGraphic">
          <ac:chgData name="Amgalan, Tseveengerel" userId="S::tamgalan@falcon.bentley.edu::aff1945d-2e69-4cfa-87e5-44d93501dd5a" providerId="AD" clId="Web-{8119DA2D-3B76-89F9-8597-825140E398C2}" dt="2025-05-07T00:30:31.572" v="55"/>
          <ac:graphicFrameMkLst>
            <pc:docMk/>
            <pc:sldMk cId="2720620995" sldId="267"/>
            <ac:graphicFrameMk id="6" creationId="{A755D13F-0281-332A-F8F2-35B1D66DA1E9}"/>
          </ac:graphicFrameMkLst>
        </pc:graphicFrameChg>
        <pc:picChg chg="add mod">
          <ac:chgData name="Amgalan, Tseveengerel" userId="S::tamgalan@falcon.bentley.edu::aff1945d-2e69-4cfa-87e5-44d93501dd5a" providerId="AD" clId="Web-{8119DA2D-3B76-89F9-8597-825140E398C2}" dt="2025-05-07T00:59:35.257" v="76" actId="1076"/>
          <ac:picMkLst>
            <pc:docMk/>
            <pc:sldMk cId="2720620995" sldId="267"/>
            <ac:picMk id="9" creationId="{8241D172-7E95-65CD-E58A-0C2FB8AFF009}"/>
          </ac:picMkLst>
        </pc:picChg>
        <pc:picChg chg="del">
          <ac:chgData name="Amgalan, Tseveengerel" userId="S::tamgalan@falcon.bentley.edu::aff1945d-2e69-4cfa-87e5-44d93501dd5a" providerId="AD" clId="Web-{8119DA2D-3B76-89F9-8597-825140E398C2}" dt="2025-05-07T00:28:58.228" v="18"/>
          <ac:picMkLst>
            <pc:docMk/>
            <pc:sldMk cId="2720620995" sldId="267"/>
            <ac:picMk id="13" creationId="{48DAB6E5-905E-67D3-7C6A-2AB60CBE22E0}"/>
          </ac:picMkLst>
        </pc:picChg>
        <pc:picChg chg="del">
          <ac:chgData name="Amgalan, Tseveengerel" userId="S::tamgalan@falcon.bentley.edu::aff1945d-2e69-4cfa-87e5-44d93501dd5a" providerId="AD" clId="Web-{8119DA2D-3B76-89F9-8597-825140E398C2}" dt="2025-05-07T00:28:56.775" v="17"/>
          <ac:picMkLst>
            <pc:docMk/>
            <pc:sldMk cId="2720620995" sldId="267"/>
            <ac:picMk id="14" creationId="{BE4EA4B3-F7EE-3EE3-39E8-1A5505A95950}"/>
          </ac:picMkLst>
        </pc:picChg>
      </pc:sldChg>
    </pc:docChg>
  </pc:docChgLst>
  <pc:docChgLst>
    <pc:chgData name="Abbasova, Kubra" userId="S::kabbasova@falcon.bentley.edu::8018375c-4a0e-410c-8297-b725bafccd87" providerId="AD" clId="Web-{C66E79C8-48EF-8E26-8D28-360A4A2CE56C}"/>
    <pc:docChg chg="modSld">
      <pc:chgData name="Abbasova, Kubra" userId="S::kabbasova@falcon.bentley.edu::8018375c-4a0e-410c-8297-b725bafccd87" providerId="AD" clId="Web-{C66E79C8-48EF-8E26-8D28-360A4A2CE56C}" dt="2025-05-06T00:28:11.052" v="168" actId="14100"/>
      <pc:docMkLst>
        <pc:docMk/>
      </pc:docMkLst>
      <pc:sldChg chg="modSp">
        <pc:chgData name="Abbasova, Kubra" userId="S::kabbasova@falcon.bentley.edu::8018375c-4a0e-410c-8297-b725bafccd87" providerId="AD" clId="Web-{C66E79C8-48EF-8E26-8D28-360A4A2CE56C}" dt="2025-05-06T00:28:11.052" v="168" actId="14100"/>
        <pc:sldMkLst>
          <pc:docMk/>
          <pc:sldMk cId="1503219502" sldId="259"/>
        </pc:sldMkLst>
        <pc:spChg chg="mod">
          <ac:chgData name="Abbasova, Kubra" userId="S::kabbasova@falcon.bentley.edu::8018375c-4a0e-410c-8297-b725bafccd87" providerId="AD" clId="Web-{C66E79C8-48EF-8E26-8D28-360A4A2CE56C}" dt="2025-05-06T00:28:11.052" v="168" actId="14100"/>
          <ac:spMkLst>
            <pc:docMk/>
            <pc:sldMk cId="1503219502" sldId="259"/>
            <ac:spMk id="2" creationId="{F8CBE6E1-F4CE-509E-E648-C27ABBF4DFB4}"/>
          </ac:spMkLst>
        </pc:spChg>
        <pc:spChg chg="mod">
          <ac:chgData name="Abbasova, Kubra" userId="S::kabbasova@falcon.bentley.edu::8018375c-4a0e-410c-8297-b725bafccd87" providerId="AD" clId="Web-{C66E79C8-48EF-8E26-8D28-360A4A2CE56C}" dt="2025-05-06T00:27:28.020" v="163" actId="20577"/>
          <ac:spMkLst>
            <pc:docMk/>
            <pc:sldMk cId="1503219502" sldId="259"/>
            <ac:spMk id="3" creationId="{9E55A4AE-4E52-B601-6856-B9C121D5BFEB}"/>
          </ac:spMkLst>
        </pc:spChg>
      </pc:sldChg>
      <pc:sldChg chg="modSp">
        <pc:chgData name="Abbasova, Kubra" userId="S::kabbasova@falcon.bentley.edu::8018375c-4a0e-410c-8297-b725bafccd87" providerId="AD" clId="Web-{C66E79C8-48EF-8E26-8D28-360A4A2CE56C}" dt="2025-05-06T00:23:05.621" v="155" actId="20577"/>
        <pc:sldMkLst>
          <pc:docMk/>
          <pc:sldMk cId="3832817851" sldId="262"/>
        </pc:sldMkLst>
        <pc:spChg chg="mod">
          <ac:chgData name="Abbasova, Kubra" userId="S::kabbasova@falcon.bentley.edu::8018375c-4a0e-410c-8297-b725bafccd87" providerId="AD" clId="Web-{C66E79C8-48EF-8E26-8D28-360A4A2CE56C}" dt="2025-05-06T00:23:05.621" v="155" actId="20577"/>
          <ac:spMkLst>
            <pc:docMk/>
            <pc:sldMk cId="3832817851" sldId="262"/>
            <ac:spMk id="7" creationId="{87291B2D-5F38-46FF-4FCA-2C461F083EBD}"/>
          </ac:spMkLst>
        </pc:spChg>
      </pc:sldChg>
    </pc:docChg>
  </pc:docChgLst>
  <pc:docChgLst>
    <pc:chgData name="Zhuang, Yan" userId="c4c05ead-283f-4b1e-81e8-de14f883a083" providerId="ADAL" clId="{EBBCD1A4-D3A9-1041-A522-D3D538AE18F8}"/>
    <pc:docChg chg="undo custSel addSld modSld sldOrd">
      <pc:chgData name="Zhuang, Yan" userId="c4c05ead-283f-4b1e-81e8-de14f883a083" providerId="ADAL" clId="{EBBCD1A4-D3A9-1041-A522-D3D538AE18F8}" dt="2025-05-07T00:37:29.981" v="1738" actId="26606"/>
      <pc:docMkLst>
        <pc:docMk/>
      </pc:docMkLst>
      <pc:sldChg chg="addSp delSp modSp mod setBg">
        <pc:chgData name="Zhuang, Yan" userId="c4c05ead-283f-4b1e-81e8-de14f883a083" providerId="ADAL" clId="{EBBCD1A4-D3A9-1041-A522-D3D538AE18F8}" dt="2025-05-07T00:37:29.981" v="1738" actId="26606"/>
        <pc:sldMkLst>
          <pc:docMk/>
          <pc:sldMk cId="109857222" sldId="256"/>
        </pc:sldMkLst>
        <pc:spChg chg="mod">
          <ac:chgData name="Zhuang, Yan" userId="c4c05ead-283f-4b1e-81e8-de14f883a083" providerId="ADAL" clId="{EBBCD1A4-D3A9-1041-A522-D3D538AE18F8}" dt="2025-05-07T00:37:29.981" v="1738" actId="26606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Zhuang, Yan" userId="c4c05ead-283f-4b1e-81e8-de14f883a083" providerId="ADAL" clId="{EBBCD1A4-D3A9-1041-A522-D3D538AE18F8}" dt="2025-05-07T00:37:29.981" v="1738" actId="26606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Zhuang, Yan" userId="c4c05ead-283f-4b1e-81e8-de14f883a083" providerId="ADAL" clId="{EBBCD1A4-D3A9-1041-A522-D3D538AE18F8}" dt="2025-05-07T00:37:29.981" v="1738" actId="26606"/>
          <ac:spMkLst>
            <pc:docMk/>
            <pc:sldMk cId="109857222" sldId="256"/>
            <ac:spMk id="7" creationId="{A3363022-C969-41E9-8EB2-E4C94908C1FA}"/>
          </ac:spMkLst>
        </pc:spChg>
        <pc:spChg chg="add del">
          <ac:chgData name="Zhuang, Yan" userId="c4c05ead-283f-4b1e-81e8-de14f883a083" providerId="ADAL" clId="{EBBCD1A4-D3A9-1041-A522-D3D538AE18F8}" dt="2025-05-07T00:37:29.981" v="1738" actId="26606"/>
          <ac:spMkLst>
            <pc:docMk/>
            <pc:sldMk cId="109857222" sldId="256"/>
            <ac:spMk id="8" creationId="{8D1AD6B3-BE88-4CEB-BA17-790657CC4729}"/>
          </ac:spMkLst>
        </pc:spChg>
        <pc:grpChg chg="add del">
          <ac:chgData name="Zhuang, Yan" userId="c4c05ead-283f-4b1e-81e8-de14f883a083" providerId="ADAL" clId="{EBBCD1A4-D3A9-1041-A522-D3D538AE18F8}" dt="2025-05-07T00:37:29.981" v="1738" actId="26606"/>
          <ac:grpSpMkLst>
            <pc:docMk/>
            <pc:sldMk cId="109857222" sldId="256"/>
            <ac:grpSpMk id="9" creationId="{89D1390B-7E13-4B4F-9CB2-391063412E54}"/>
          </ac:grpSpMkLst>
        </pc:grpChg>
        <pc:picChg chg="add mod">
          <ac:chgData name="Zhuang, Yan" userId="c4c05ead-283f-4b1e-81e8-de14f883a083" providerId="ADAL" clId="{EBBCD1A4-D3A9-1041-A522-D3D538AE18F8}" dt="2025-05-07T00:37:29.981" v="1738" actId="26606"/>
          <ac:picMkLst>
            <pc:docMk/>
            <pc:sldMk cId="109857222" sldId="256"/>
            <ac:picMk id="5" creationId="{8FF69C8C-F52D-11AB-014B-03C222F543BF}"/>
          </ac:picMkLst>
        </pc:picChg>
      </pc:sldChg>
      <pc:sldChg chg="addSp delSp modSp mod setBg">
        <pc:chgData name="Zhuang, Yan" userId="c4c05ead-283f-4b1e-81e8-de14f883a083" providerId="ADAL" clId="{EBBCD1A4-D3A9-1041-A522-D3D538AE18F8}" dt="2025-05-06T19:05:36.953" v="1693" actId="26606"/>
        <pc:sldMkLst>
          <pc:docMk/>
          <pc:sldMk cId="2327139068" sldId="257"/>
        </pc:sldMkLst>
        <pc:spChg chg="mod">
          <ac:chgData name="Zhuang, Yan" userId="c4c05ead-283f-4b1e-81e8-de14f883a083" providerId="ADAL" clId="{EBBCD1A4-D3A9-1041-A522-D3D538AE18F8}" dt="2025-05-06T19:05:36.953" v="1693" actId="26606"/>
          <ac:spMkLst>
            <pc:docMk/>
            <pc:sldMk cId="2327139068" sldId="257"/>
            <ac:spMk id="2" creationId="{605B2F4F-93F8-B28A-2158-BD1E9B817C85}"/>
          </ac:spMkLst>
        </pc:spChg>
        <pc:spChg chg="add del">
          <ac:chgData name="Zhuang, Yan" userId="c4c05ead-283f-4b1e-81e8-de14f883a083" providerId="ADAL" clId="{EBBCD1A4-D3A9-1041-A522-D3D538AE18F8}" dt="2025-05-06T19:05:36.953" v="1693" actId="26606"/>
          <ac:spMkLst>
            <pc:docMk/>
            <pc:sldMk cId="2327139068" sldId="257"/>
            <ac:spMk id="17" creationId="{BACC6370-2D7E-4714-9D71-7542949D7D5D}"/>
          </ac:spMkLst>
        </pc:spChg>
        <pc:spChg chg="add del">
          <ac:chgData name="Zhuang, Yan" userId="c4c05ead-283f-4b1e-81e8-de14f883a083" providerId="ADAL" clId="{EBBCD1A4-D3A9-1041-A522-D3D538AE18F8}" dt="2025-05-06T19:05:36.953" v="1693" actId="26606"/>
          <ac:spMkLst>
            <pc:docMk/>
            <pc:sldMk cId="2327139068" sldId="257"/>
            <ac:spMk id="19" creationId="{F68B3F68-107C-434F-AA38-110D5EA91B85}"/>
          </ac:spMkLst>
        </pc:spChg>
        <pc:spChg chg="add del">
          <ac:chgData name="Zhuang, Yan" userId="c4c05ead-283f-4b1e-81e8-de14f883a083" providerId="ADAL" clId="{EBBCD1A4-D3A9-1041-A522-D3D538AE18F8}" dt="2025-05-06T19:05:36.953" v="1693" actId="26606"/>
          <ac:spMkLst>
            <pc:docMk/>
            <pc:sldMk cId="2327139068" sldId="257"/>
            <ac:spMk id="21" creationId="{AAD0DBB9-1A4B-4391-81D4-CB19F9AB918A}"/>
          </ac:spMkLst>
        </pc:spChg>
        <pc:spChg chg="add del">
          <ac:chgData name="Zhuang, Yan" userId="c4c05ead-283f-4b1e-81e8-de14f883a083" providerId="ADAL" clId="{EBBCD1A4-D3A9-1041-A522-D3D538AE18F8}" dt="2025-05-06T19:05:36.953" v="1693" actId="26606"/>
          <ac:spMkLst>
            <pc:docMk/>
            <pc:sldMk cId="2327139068" sldId="257"/>
            <ac:spMk id="23" creationId="{063BBA22-50EA-4C4D-BE05-F1CE4E63AA56}"/>
          </ac:spMkLst>
        </pc:spChg>
        <pc:spChg chg="add">
          <ac:chgData name="Zhuang, Yan" userId="c4c05ead-283f-4b1e-81e8-de14f883a083" providerId="ADAL" clId="{EBBCD1A4-D3A9-1041-A522-D3D538AE18F8}" dt="2025-05-06T19:05:36.953" v="1693" actId="26606"/>
          <ac:spMkLst>
            <pc:docMk/>
            <pc:sldMk cId="2327139068" sldId="257"/>
            <ac:spMk id="28" creationId="{BACC6370-2D7E-4714-9D71-7542949D7D5D}"/>
          </ac:spMkLst>
        </pc:spChg>
        <pc:spChg chg="add">
          <ac:chgData name="Zhuang, Yan" userId="c4c05ead-283f-4b1e-81e8-de14f883a083" providerId="ADAL" clId="{EBBCD1A4-D3A9-1041-A522-D3D538AE18F8}" dt="2025-05-06T19:05:36.953" v="1693" actId="26606"/>
          <ac:spMkLst>
            <pc:docMk/>
            <pc:sldMk cId="2327139068" sldId="257"/>
            <ac:spMk id="30" creationId="{F68B3F68-107C-434F-AA38-110D5EA91B85}"/>
          </ac:spMkLst>
        </pc:spChg>
        <pc:spChg chg="add">
          <ac:chgData name="Zhuang, Yan" userId="c4c05ead-283f-4b1e-81e8-de14f883a083" providerId="ADAL" clId="{EBBCD1A4-D3A9-1041-A522-D3D538AE18F8}" dt="2025-05-06T19:05:36.953" v="1693" actId="26606"/>
          <ac:spMkLst>
            <pc:docMk/>
            <pc:sldMk cId="2327139068" sldId="257"/>
            <ac:spMk id="32" creationId="{AAD0DBB9-1A4B-4391-81D4-CB19F9AB918A}"/>
          </ac:spMkLst>
        </pc:spChg>
        <pc:spChg chg="add">
          <ac:chgData name="Zhuang, Yan" userId="c4c05ead-283f-4b1e-81e8-de14f883a083" providerId="ADAL" clId="{EBBCD1A4-D3A9-1041-A522-D3D538AE18F8}" dt="2025-05-06T19:05:36.953" v="1693" actId="26606"/>
          <ac:spMkLst>
            <pc:docMk/>
            <pc:sldMk cId="2327139068" sldId="257"/>
            <ac:spMk id="34" creationId="{063BBA22-50EA-4C4D-BE05-F1CE4E63AA56}"/>
          </ac:spMkLst>
        </pc:spChg>
        <pc:graphicFrameChg chg="add mod modGraphic">
          <ac:chgData name="Zhuang, Yan" userId="c4c05ead-283f-4b1e-81e8-de14f883a083" providerId="ADAL" clId="{EBBCD1A4-D3A9-1041-A522-D3D538AE18F8}" dt="2025-05-06T19:05:36.953" v="1693" actId="26606"/>
          <ac:graphicFrameMkLst>
            <pc:docMk/>
            <pc:sldMk cId="2327139068" sldId="257"/>
            <ac:graphicFrameMk id="12" creationId="{27BB5DA3-B348-5C1F-742B-796DB68F7D7C}"/>
          </ac:graphicFrameMkLst>
        </pc:graphicFrameChg>
      </pc:sldChg>
      <pc:sldChg chg="addSp delSp modSp new mod ord setBg">
        <pc:chgData name="Zhuang, Yan" userId="c4c05ead-283f-4b1e-81e8-de14f883a083" providerId="ADAL" clId="{EBBCD1A4-D3A9-1041-A522-D3D538AE18F8}" dt="2025-05-06T19:14:54.553" v="1702" actId="20578"/>
        <pc:sldMkLst>
          <pc:docMk/>
          <pc:sldMk cId="2288134215" sldId="258"/>
        </pc:sldMkLst>
        <pc:spChg chg="add del mod">
          <ac:chgData name="Zhuang, Yan" userId="c4c05ead-283f-4b1e-81e8-de14f883a083" providerId="ADAL" clId="{EBBCD1A4-D3A9-1041-A522-D3D538AE18F8}" dt="2025-05-06T19:05:46.077" v="1694" actId="26606"/>
          <ac:spMkLst>
            <pc:docMk/>
            <pc:sldMk cId="2288134215" sldId="258"/>
            <ac:spMk id="3" creationId="{F00F9B8F-9E2D-6F1F-BAB8-28E6A83DC873}"/>
          </ac:spMkLst>
        </pc:spChg>
        <pc:spChg chg="add">
          <ac:chgData name="Zhuang, Yan" userId="c4c05ead-283f-4b1e-81e8-de14f883a083" providerId="ADAL" clId="{EBBCD1A4-D3A9-1041-A522-D3D538AE18F8}" dt="2025-05-06T19:05:46.077" v="1694" actId="26606"/>
          <ac:spMkLst>
            <pc:docMk/>
            <pc:sldMk cId="2288134215" sldId="258"/>
            <ac:spMk id="5" creationId="{907EF6B7-1338-4443-8C46-6A318D952DFD}"/>
          </ac:spMkLst>
        </pc:spChg>
        <pc:spChg chg="add">
          <ac:chgData name="Zhuang, Yan" userId="c4c05ead-283f-4b1e-81e8-de14f883a083" providerId="ADAL" clId="{EBBCD1A4-D3A9-1041-A522-D3D538AE18F8}" dt="2025-05-06T19:05:46.077" v="1694" actId="26606"/>
          <ac:spMkLst>
            <pc:docMk/>
            <pc:sldMk cId="2288134215" sldId="258"/>
            <ac:spMk id="6" creationId="{DAAE4CDD-124C-4DCF-9584-B6033B545DD5}"/>
          </ac:spMkLst>
        </pc:spChg>
        <pc:spChg chg="add">
          <ac:chgData name="Zhuang, Yan" userId="c4c05ead-283f-4b1e-81e8-de14f883a083" providerId="ADAL" clId="{EBBCD1A4-D3A9-1041-A522-D3D538AE18F8}" dt="2025-05-06T19:05:46.077" v="1694" actId="26606"/>
          <ac:spMkLst>
            <pc:docMk/>
            <pc:sldMk cId="2288134215" sldId="258"/>
            <ac:spMk id="7" creationId="{081E4A58-353D-44AE-B2FC-2A74E2E400F7}"/>
          </ac:spMkLst>
        </pc:spChg>
      </pc:sldChg>
      <pc:sldChg chg="addSp delSp modSp new mod setBg">
        <pc:chgData name="Zhuang, Yan" userId="c4c05ead-283f-4b1e-81e8-de14f883a083" providerId="ADAL" clId="{EBBCD1A4-D3A9-1041-A522-D3D538AE18F8}" dt="2025-05-06T19:07:39.757" v="1701" actId="255"/>
        <pc:sldMkLst>
          <pc:docMk/>
          <pc:sldMk cId="1503219502" sldId="259"/>
        </pc:sldMkLst>
        <pc:spChg chg="mod">
          <ac:chgData name="Zhuang, Yan" userId="c4c05ead-283f-4b1e-81e8-de14f883a083" providerId="ADAL" clId="{EBBCD1A4-D3A9-1041-A522-D3D538AE18F8}" dt="2025-05-04T19:11:09.350" v="1095" actId="26606"/>
          <ac:spMkLst>
            <pc:docMk/>
            <pc:sldMk cId="1503219502" sldId="259"/>
            <ac:spMk id="2" creationId="{F8CBE6E1-F4CE-509E-E648-C27ABBF4DFB4}"/>
          </ac:spMkLst>
        </pc:spChg>
        <pc:spChg chg="mod">
          <ac:chgData name="Zhuang, Yan" userId="c4c05ead-283f-4b1e-81e8-de14f883a083" providerId="ADAL" clId="{EBBCD1A4-D3A9-1041-A522-D3D538AE18F8}" dt="2025-05-06T19:07:39.757" v="1701" actId="255"/>
          <ac:spMkLst>
            <pc:docMk/>
            <pc:sldMk cId="1503219502" sldId="259"/>
            <ac:spMk id="3" creationId="{9E55A4AE-4E52-B601-6856-B9C121D5BFEB}"/>
          </ac:spMkLst>
        </pc:spChg>
        <pc:picChg chg="add mod ord">
          <ac:chgData name="Zhuang, Yan" userId="c4c05ead-283f-4b1e-81e8-de14f883a083" providerId="ADAL" clId="{EBBCD1A4-D3A9-1041-A522-D3D538AE18F8}" dt="2025-05-06T19:07:25.199" v="1698" actId="14100"/>
          <ac:picMkLst>
            <pc:docMk/>
            <pc:sldMk cId="1503219502" sldId="259"/>
            <ac:picMk id="12" creationId="{0023726D-A13B-ADBB-6244-D82116F1F13B}"/>
          </ac:picMkLst>
        </pc:picChg>
      </pc:sldChg>
      <pc:sldChg chg="modSp new mod">
        <pc:chgData name="Zhuang, Yan" userId="c4c05ead-283f-4b1e-81e8-de14f883a083" providerId="ADAL" clId="{EBBCD1A4-D3A9-1041-A522-D3D538AE18F8}" dt="2025-05-04T19:20:49.239" v="1644" actId="20577"/>
        <pc:sldMkLst>
          <pc:docMk/>
          <pc:sldMk cId="1352260696" sldId="260"/>
        </pc:sldMkLst>
        <pc:spChg chg="mod">
          <ac:chgData name="Zhuang, Yan" userId="c4c05ead-283f-4b1e-81e8-de14f883a083" providerId="ADAL" clId="{EBBCD1A4-D3A9-1041-A522-D3D538AE18F8}" dt="2025-05-04T19:20:49.239" v="1644" actId="20577"/>
          <ac:spMkLst>
            <pc:docMk/>
            <pc:sldMk cId="1352260696" sldId="260"/>
            <ac:spMk id="2" creationId="{5636FA0A-B2AB-1AB4-E7A3-37891F255A54}"/>
          </ac:spMkLst>
        </pc:spChg>
      </pc:sldChg>
      <pc:sldChg chg="addSp delSp modSp new mod">
        <pc:chgData name="Zhuang, Yan" userId="c4c05ead-283f-4b1e-81e8-de14f883a083" providerId="ADAL" clId="{EBBCD1A4-D3A9-1041-A522-D3D538AE18F8}" dt="2025-05-04T19:21:06.411" v="1665" actId="20577"/>
        <pc:sldMkLst>
          <pc:docMk/>
          <pc:sldMk cId="3077209850" sldId="261"/>
        </pc:sldMkLst>
        <pc:spChg chg="mod">
          <ac:chgData name="Zhuang, Yan" userId="c4c05ead-283f-4b1e-81e8-de14f883a083" providerId="ADAL" clId="{EBBCD1A4-D3A9-1041-A522-D3D538AE18F8}" dt="2025-05-04T19:21:06.411" v="1665" actId="20577"/>
          <ac:spMkLst>
            <pc:docMk/>
            <pc:sldMk cId="3077209850" sldId="261"/>
            <ac:spMk id="2" creationId="{6A094287-CF43-E498-C5E6-E00CB9FB6F09}"/>
          </ac:spMkLst>
        </pc:spChg>
      </pc:sldChg>
      <pc:sldChg chg="addSp delSp modSp new mod setBg">
        <pc:chgData name="Zhuang, Yan" userId="c4c05ead-283f-4b1e-81e8-de14f883a083" providerId="ADAL" clId="{EBBCD1A4-D3A9-1041-A522-D3D538AE18F8}" dt="2025-05-06T19:06:46.118" v="1697" actId="26606"/>
        <pc:sldMkLst>
          <pc:docMk/>
          <pc:sldMk cId="3832817851" sldId="262"/>
        </pc:sldMkLst>
        <pc:spChg chg="mod ord">
          <ac:chgData name="Zhuang, Yan" userId="c4c05ead-283f-4b1e-81e8-de14f883a083" providerId="ADAL" clId="{EBBCD1A4-D3A9-1041-A522-D3D538AE18F8}" dt="2025-05-06T19:06:46.118" v="1697" actId="26606"/>
          <ac:spMkLst>
            <pc:docMk/>
            <pc:sldMk cId="3832817851" sldId="262"/>
            <ac:spMk id="2" creationId="{AC6D1078-2AAD-F188-559F-499DC445EDF4}"/>
          </ac:spMkLst>
        </pc:spChg>
        <pc:spChg chg="add del mod">
          <ac:chgData name="Zhuang, Yan" userId="c4c05ead-283f-4b1e-81e8-de14f883a083" providerId="ADAL" clId="{EBBCD1A4-D3A9-1041-A522-D3D538AE18F8}" dt="2025-05-06T19:06:46.118" v="1697" actId="26606"/>
          <ac:spMkLst>
            <pc:docMk/>
            <pc:sldMk cId="3832817851" sldId="262"/>
            <ac:spMk id="7" creationId="{87291B2D-5F38-46FF-4FCA-2C461F083EBD}"/>
          </ac:spMkLst>
        </pc:spChg>
        <pc:spChg chg="add del">
          <ac:chgData name="Zhuang, Yan" userId="c4c05ead-283f-4b1e-81e8-de14f883a083" providerId="ADAL" clId="{EBBCD1A4-D3A9-1041-A522-D3D538AE18F8}" dt="2025-05-06T19:06:46.112" v="1696" actId="26606"/>
          <ac:spMkLst>
            <pc:docMk/>
            <pc:sldMk cId="3832817851" sldId="262"/>
            <ac:spMk id="13" creationId="{BACC6370-2D7E-4714-9D71-7542949D7D5D}"/>
          </ac:spMkLst>
        </pc:spChg>
        <pc:spChg chg="add del">
          <ac:chgData name="Zhuang, Yan" userId="c4c05ead-283f-4b1e-81e8-de14f883a083" providerId="ADAL" clId="{EBBCD1A4-D3A9-1041-A522-D3D538AE18F8}" dt="2025-05-06T19:06:46.112" v="1696" actId="26606"/>
          <ac:spMkLst>
            <pc:docMk/>
            <pc:sldMk cId="3832817851" sldId="262"/>
            <ac:spMk id="15" creationId="{256B2C21-A230-48C0-8DF1-C46611373C44}"/>
          </ac:spMkLst>
        </pc:spChg>
        <pc:spChg chg="add">
          <ac:chgData name="Zhuang, Yan" userId="c4c05ead-283f-4b1e-81e8-de14f883a083" providerId="ADAL" clId="{EBBCD1A4-D3A9-1041-A522-D3D538AE18F8}" dt="2025-05-06T19:06:46.118" v="1697" actId="26606"/>
          <ac:spMkLst>
            <pc:docMk/>
            <pc:sldMk cId="3832817851" sldId="262"/>
            <ac:spMk id="16" creationId="{081E4A58-353D-44AE-B2FC-2A74E2E400F7}"/>
          </ac:spMkLst>
        </pc:spChg>
        <pc:spChg chg="add del">
          <ac:chgData name="Zhuang, Yan" userId="c4c05ead-283f-4b1e-81e8-de14f883a083" providerId="ADAL" clId="{EBBCD1A4-D3A9-1041-A522-D3D538AE18F8}" dt="2025-05-06T19:06:46.112" v="1696" actId="26606"/>
          <ac:spMkLst>
            <pc:docMk/>
            <pc:sldMk cId="3832817851" sldId="262"/>
            <ac:spMk id="17" creationId="{3847E18C-932D-4C95-AABA-FEC7C9499AD7}"/>
          </ac:spMkLst>
        </pc:spChg>
        <pc:spChg chg="add del">
          <ac:chgData name="Zhuang, Yan" userId="c4c05ead-283f-4b1e-81e8-de14f883a083" providerId="ADAL" clId="{EBBCD1A4-D3A9-1041-A522-D3D538AE18F8}" dt="2025-05-06T19:06:46.112" v="1696" actId="26606"/>
          <ac:spMkLst>
            <pc:docMk/>
            <pc:sldMk cId="3832817851" sldId="262"/>
            <ac:spMk id="19" creationId="{3150CB11-0C61-439E-910F-5787759E72A0}"/>
          </ac:spMkLst>
        </pc:spChg>
        <pc:spChg chg="add del">
          <ac:chgData name="Zhuang, Yan" userId="c4c05ead-283f-4b1e-81e8-de14f883a083" providerId="ADAL" clId="{EBBCD1A4-D3A9-1041-A522-D3D538AE18F8}" dt="2025-05-06T19:06:46.112" v="1696" actId="26606"/>
          <ac:spMkLst>
            <pc:docMk/>
            <pc:sldMk cId="3832817851" sldId="262"/>
            <ac:spMk id="21" creationId="{43F8A58B-5155-44CE-A5FF-7647B47D0A7A}"/>
          </ac:spMkLst>
        </pc:spChg>
        <pc:spChg chg="add del">
          <ac:chgData name="Zhuang, Yan" userId="c4c05ead-283f-4b1e-81e8-de14f883a083" providerId="ADAL" clId="{EBBCD1A4-D3A9-1041-A522-D3D538AE18F8}" dt="2025-05-06T19:06:46.112" v="1696" actId="26606"/>
          <ac:spMkLst>
            <pc:docMk/>
            <pc:sldMk cId="3832817851" sldId="262"/>
            <ac:spMk id="23" creationId="{443F2ACA-E6D6-4028-82DD-F03C262D5DE6}"/>
          </ac:spMkLst>
        </pc:spChg>
        <pc:spChg chg="add">
          <ac:chgData name="Zhuang, Yan" userId="c4c05ead-283f-4b1e-81e8-de14f883a083" providerId="ADAL" clId="{EBBCD1A4-D3A9-1041-A522-D3D538AE18F8}" dt="2025-05-06T19:06:46.118" v="1697" actId="26606"/>
          <ac:spMkLst>
            <pc:docMk/>
            <pc:sldMk cId="3832817851" sldId="262"/>
            <ac:spMk id="25" creationId="{907EF6B7-1338-4443-8C46-6A318D952DFD}"/>
          </ac:spMkLst>
        </pc:spChg>
        <pc:spChg chg="add">
          <ac:chgData name="Zhuang, Yan" userId="c4c05ead-283f-4b1e-81e8-de14f883a083" providerId="ADAL" clId="{EBBCD1A4-D3A9-1041-A522-D3D538AE18F8}" dt="2025-05-06T19:06:46.118" v="1697" actId="26606"/>
          <ac:spMkLst>
            <pc:docMk/>
            <pc:sldMk cId="3832817851" sldId="262"/>
            <ac:spMk id="26" creationId="{DAAE4CDD-124C-4DCF-9584-B6033B545DD5}"/>
          </ac:spMkLst>
        </pc:spChg>
        <pc:spChg chg="add">
          <ac:chgData name="Zhuang, Yan" userId="c4c05ead-283f-4b1e-81e8-de14f883a083" providerId="ADAL" clId="{EBBCD1A4-D3A9-1041-A522-D3D538AE18F8}" dt="2025-05-06T19:06:46.118" v="1697" actId="26606"/>
          <ac:spMkLst>
            <pc:docMk/>
            <pc:sldMk cId="3832817851" sldId="262"/>
            <ac:spMk id="27" creationId="{87291B2D-5F38-46FF-4FCA-2C461F083EBD}"/>
          </ac:spMkLst>
        </pc:spChg>
        <pc:graphicFrameChg chg="add del">
          <ac:chgData name="Zhuang, Yan" userId="c4c05ead-283f-4b1e-81e8-de14f883a083" providerId="ADAL" clId="{EBBCD1A4-D3A9-1041-A522-D3D538AE18F8}" dt="2025-05-06T19:06:46.112" v="1696" actId="26606"/>
          <ac:graphicFrameMkLst>
            <pc:docMk/>
            <pc:sldMk cId="3832817851" sldId="262"/>
            <ac:graphicFrameMk id="10" creationId="{76E662BF-09F8-F6AA-28F7-C3894E2AD45B}"/>
          </ac:graphicFrameMkLst>
        </pc:graphicFrameChg>
      </pc:sldChg>
      <pc:sldChg chg="modSp new mod">
        <pc:chgData name="Zhuang, Yan" userId="c4c05ead-283f-4b1e-81e8-de14f883a083" providerId="ADAL" clId="{EBBCD1A4-D3A9-1041-A522-D3D538AE18F8}" dt="2025-05-04T19:21:25.498" v="1675" actId="20577"/>
        <pc:sldMkLst>
          <pc:docMk/>
          <pc:sldMk cId="975844990" sldId="263"/>
        </pc:sldMkLst>
        <pc:spChg chg="mod">
          <ac:chgData name="Zhuang, Yan" userId="c4c05ead-283f-4b1e-81e8-de14f883a083" providerId="ADAL" clId="{EBBCD1A4-D3A9-1041-A522-D3D538AE18F8}" dt="2025-05-04T19:21:25.498" v="1675" actId="20577"/>
          <ac:spMkLst>
            <pc:docMk/>
            <pc:sldMk cId="975844990" sldId="263"/>
            <ac:spMk id="2" creationId="{49972DBE-D363-4D50-8B01-417055741ADE}"/>
          </ac:spMkLst>
        </pc:spChg>
      </pc:sldChg>
      <pc:sldChg chg="modSp new mod">
        <pc:chgData name="Zhuang, Yan" userId="c4c05ead-283f-4b1e-81e8-de14f883a083" providerId="ADAL" clId="{EBBCD1A4-D3A9-1041-A522-D3D538AE18F8}" dt="2025-05-04T19:21:41.192" v="1689" actId="20577"/>
        <pc:sldMkLst>
          <pc:docMk/>
          <pc:sldMk cId="1157139935" sldId="264"/>
        </pc:sldMkLst>
      </pc:sldChg>
      <pc:sldChg chg="new">
        <pc:chgData name="Zhuang, Yan" userId="c4c05ead-283f-4b1e-81e8-de14f883a083" providerId="ADAL" clId="{EBBCD1A4-D3A9-1041-A522-D3D538AE18F8}" dt="2025-05-04T19:21:48.554" v="1690" actId="680"/>
        <pc:sldMkLst>
          <pc:docMk/>
          <pc:sldMk cId="3592236931" sldId="265"/>
        </pc:sldMkLst>
      </pc:sldChg>
      <pc:sldChg chg="addSp delSp modSp new mod setBg">
        <pc:chgData name="Zhuang, Yan" userId="c4c05ead-283f-4b1e-81e8-de14f883a083" providerId="ADAL" clId="{EBBCD1A4-D3A9-1041-A522-D3D538AE18F8}" dt="2025-05-07T00:37:07.676" v="1736" actId="26606"/>
        <pc:sldMkLst>
          <pc:docMk/>
          <pc:sldMk cId="1292515631" sldId="268"/>
        </pc:sldMkLst>
        <pc:spChg chg="mod">
          <ac:chgData name="Zhuang, Yan" userId="c4c05ead-283f-4b1e-81e8-de14f883a083" providerId="ADAL" clId="{EBBCD1A4-D3A9-1041-A522-D3D538AE18F8}" dt="2025-05-07T00:37:07.676" v="1736" actId="26606"/>
          <ac:spMkLst>
            <pc:docMk/>
            <pc:sldMk cId="1292515631" sldId="268"/>
            <ac:spMk id="2" creationId="{29515ABA-B5ED-4607-035E-F670BACFB28B}"/>
          </ac:spMkLst>
        </pc:spChg>
        <pc:spChg chg="del mod">
          <ac:chgData name="Zhuang, Yan" userId="c4c05ead-283f-4b1e-81e8-de14f883a083" providerId="ADAL" clId="{EBBCD1A4-D3A9-1041-A522-D3D538AE18F8}" dt="2025-05-07T00:36:39.939" v="1711" actId="478"/>
          <ac:spMkLst>
            <pc:docMk/>
            <pc:sldMk cId="1292515631" sldId="268"/>
            <ac:spMk id="3" creationId="{7E5DE618-E5B2-5505-6A69-48501BEFFE83}"/>
          </ac:spMkLst>
        </pc:spChg>
        <pc:spChg chg="add del">
          <ac:chgData name="Zhuang, Yan" userId="c4c05ead-283f-4b1e-81e8-de14f883a083" providerId="ADAL" clId="{EBBCD1A4-D3A9-1041-A522-D3D538AE18F8}" dt="2025-05-07T00:37:07.664" v="1735" actId="26606"/>
          <ac:spMkLst>
            <pc:docMk/>
            <pc:sldMk cId="1292515631" sldId="268"/>
            <ac:spMk id="7" creationId="{D278ADA9-6383-4BDD-80D2-8899A402687B}"/>
          </ac:spMkLst>
        </pc:spChg>
        <pc:spChg chg="add del">
          <ac:chgData name="Zhuang, Yan" userId="c4c05ead-283f-4b1e-81e8-de14f883a083" providerId="ADAL" clId="{EBBCD1A4-D3A9-1041-A522-D3D538AE18F8}" dt="2025-05-07T00:37:07.664" v="1735" actId="26606"/>
          <ac:spMkLst>
            <pc:docMk/>
            <pc:sldMk cId="1292515631" sldId="268"/>
            <ac:spMk id="9" creationId="{484B7147-B0F6-40ED-B5A2-FF72BC8198B6}"/>
          </ac:spMkLst>
        </pc:spChg>
        <pc:spChg chg="add del">
          <ac:chgData name="Zhuang, Yan" userId="c4c05ead-283f-4b1e-81e8-de14f883a083" providerId="ADAL" clId="{EBBCD1A4-D3A9-1041-A522-D3D538AE18F8}" dt="2025-05-07T00:37:02.536" v="1733" actId="26606"/>
          <ac:spMkLst>
            <pc:docMk/>
            <pc:sldMk cId="1292515631" sldId="268"/>
            <ac:spMk id="11" creationId="{74751229-0244-4FBB-BED1-407467F4C951}"/>
          </ac:spMkLst>
        </pc:spChg>
        <pc:spChg chg="add del">
          <ac:chgData name="Zhuang, Yan" userId="c4c05ead-283f-4b1e-81e8-de14f883a083" providerId="ADAL" clId="{EBBCD1A4-D3A9-1041-A522-D3D538AE18F8}" dt="2025-05-07T00:37:07.664" v="1735" actId="26606"/>
          <ac:spMkLst>
            <pc:docMk/>
            <pc:sldMk cId="1292515631" sldId="268"/>
            <ac:spMk id="13" creationId="{48E405C9-94BE-41DA-928C-DEC9A8550E9F}"/>
          </ac:spMkLst>
        </pc:spChg>
        <pc:spChg chg="add del">
          <ac:chgData name="Zhuang, Yan" userId="c4c05ead-283f-4b1e-81e8-de14f883a083" providerId="ADAL" clId="{EBBCD1A4-D3A9-1041-A522-D3D538AE18F8}" dt="2025-05-07T00:37:07.664" v="1735" actId="26606"/>
          <ac:spMkLst>
            <pc:docMk/>
            <pc:sldMk cId="1292515631" sldId="268"/>
            <ac:spMk id="14" creationId="{B36D2DE0-0628-4A9A-A59D-7BA8B5EB3022}"/>
          </ac:spMkLst>
        </pc:spChg>
        <pc:spChg chg="add del">
          <ac:chgData name="Zhuang, Yan" userId="c4c05ead-283f-4b1e-81e8-de14f883a083" providerId="ADAL" clId="{EBBCD1A4-D3A9-1041-A522-D3D538AE18F8}" dt="2025-05-07T00:37:07.664" v="1735" actId="26606"/>
          <ac:spMkLst>
            <pc:docMk/>
            <pc:sldMk cId="1292515631" sldId="268"/>
            <ac:spMk id="15" creationId="{D2091A72-D5BB-42AC-8FD3-F7747D90861E}"/>
          </ac:spMkLst>
        </pc:spChg>
        <pc:spChg chg="add del">
          <ac:chgData name="Zhuang, Yan" userId="c4c05ead-283f-4b1e-81e8-de14f883a083" providerId="ADAL" clId="{EBBCD1A4-D3A9-1041-A522-D3D538AE18F8}" dt="2025-05-07T00:37:07.664" v="1735" actId="26606"/>
          <ac:spMkLst>
            <pc:docMk/>
            <pc:sldMk cId="1292515631" sldId="268"/>
            <ac:spMk id="17" creationId="{6ED12BFC-A737-46AF-8411-481112D54B0C}"/>
          </ac:spMkLst>
        </pc:spChg>
        <pc:spChg chg="add">
          <ac:chgData name="Zhuang, Yan" userId="c4c05ead-283f-4b1e-81e8-de14f883a083" providerId="ADAL" clId="{EBBCD1A4-D3A9-1041-A522-D3D538AE18F8}" dt="2025-05-07T00:37:07.676" v="1736" actId="26606"/>
          <ac:spMkLst>
            <pc:docMk/>
            <pc:sldMk cId="1292515631" sldId="268"/>
            <ac:spMk id="19" creationId="{A3363022-C969-41E9-8EB2-E4C94908C1FA}"/>
          </ac:spMkLst>
        </pc:spChg>
        <pc:spChg chg="add">
          <ac:chgData name="Zhuang, Yan" userId="c4c05ead-283f-4b1e-81e8-de14f883a083" providerId="ADAL" clId="{EBBCD1A4-D3A9-1041-A522-D3D538AE18F8}" dt="2025-05-07T00:37:07.676" v="1736" actId="26606"/>
          <ac:spMkLst>
            <pc:docMk/>
            <pc:sldMk cId="1292515631" sldId="268"/>
            <ac:spMk id="20" creationId="{8D1AD6B3-BE88-4CEB-BA17-790657CC4729}"/>
          </ac:spMkLst>
        </pc:spChg>
        <pc:grpChg chg="add">
          <ac:chgData name="Zhuang, Yan" userId="c4c05ead-283f-4b1e-81e8-de14f883a083" providerId="ADAL" clId="{EBBCD1A4-D3A9-1041-A522-D3D538AE18F8}" dt="2025-05-07T00:37:07.676" v="1736" actId="26606"/>
          <ac:grpSpMkLst>
            <pc:docMk/>
            <pc:sldMk cId="1292515631" sldId="268"/>
            <ac:grpSpMk id="22" creationId="{89D1390B-7E13-4B4F-9CB2-391063412E54}"/>
          </ac:grpSpMkLst>
        </pc:grpChg>
        <pc:picChg chg="add del">
          <ac:chgData name="Zhuang, Yan" userId="c4c05ead-283f-4b1e-81e8-de14f883a083" providerId="ADAL" clId="{EBBCD1A4-D3A9-1041-A522-D3D538AE18F8}" dt="2025-05-07T00:37:02.536" v="1733" actId="26606"/>
          <ac:picMkLst>
            <pc:docMk/>
            <pc:sldMk cId="1292515631" sldId="268"/>
            <ac:picMk id="6" creationId="{474C63CE-22DF-84CF-8318-990956E0F10A}"/>
          </ac:picMkLst>
        </pc:picChg>
        <pc:picChg chg="add del">
          <ac:chgData name="Zhuang, Yan" userId="c4c05ead-283f-4b1e-81e8-de14f883a083" providerId="ADAL" clId="{EBBCD1A4-D3A9-1041-A522-D3D538AE18F8}" dt="2025-05-07T00:37:02.536" v="1733" actId="26606"/>
          <ac:picMkLst>
            <pc:docMk/>
            <pc:sldMk cId="1292515631" sldId="268"/>
            <ac:picMk id="8" creationId="{0243EC00-78A7-46C1-B32B-5C0124F39210}"/>
          </ac:picMkLst>
        </pc:picChg>
        <pc:picChg chg="add">
          <ac:chgData name="Zhuang, Yan" userId="c4c05ead-283f-4b1e-81e8-de14f883a083" providerId="ADAL" clId="{EBBCD1A4-D3A9-1041-A522-D3D538AE18F8}" dt="2025-05-07T00:37:07.676" v="1736" actId="26606"/>
          <ac:picMkLst>
            <pc:docMk/>
            <pc:sldMk cId="1292515631" sldId="268"/>
            <ac:picMk id="21" creationId="{2C93D2EF-2C4A-158C-5613-E536805E22D1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F03CDC-8515-43F1-915D-DCEDFB342550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2AB80EC-2388-4B62-A6D5-C704FDA28C06}">
      <dgm:prSet/>
      <dgm:spPr/>
      <dgm:t>
        <a:bodyPr/>
        <a:lstStyle/>
        <a:p>
          <a:r>
            <a:rPr lang="en-US" b="1"/>
            <a:t>Target Variable      </a:t>
          </a:r>
        </a:p>
        <a:p>
          <a:r>
            <a:rPr lang="en-US"/>
            <a:t>y: Student dropout status( yes/no)</a:t>
          </a:r>
        </a:p>
      </dgm:t>
    </dgm:pt>
    <dgm:pt modelId="{EB706C70-52FF-4E55-BF39-3777A69D42E4}" type="parTrans" cxnId="{310E1E23-9AD5-466C-9AC2-74072088C11A}">
      <dgm:prSet/>
      <dgm:spPr/>
      <dgm:t>
        <a:bodyPr/>
        <a:lstStyle/>
        <a:p>
          <a:endParaRPr lang="en-US"/>
        </a:p>
      </dgm:t>
    </dgm:pt>
    <dgm:pt modelId="{739CED16-9DF4-4A41-AB6B-9FE8750094CC}" type="sibTrans" cxnId="{310E1E23-9AD5-466C-9AC2-74072088C11A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B66C7809-A37C-4EFE-B02C-29CCB7B144B3}">
      <dgm:prSet/>
      <dgm:spPr/>
      <dgm:t>
        <a:bodyPr/>
        <a:lstStyle/>
        <a:p>
          <a:r>
            <a:rPr lang="en-US" b="1"/>
            <a:t>Key Predictors: </a:t>
          </a:r>
        </a:p>
      </dgm:t>
    </dgm:pt>
    <dgm:pt modelId="{7D67CE5E-47B8-4E3D-94DE-2BA19327A5DD}" type="parTrans" cxnId="{3F4A94DB-A069-4865-904A-02CADF890B24}">
      <dgm:prSet/>
      <dgm:spPr/>
      <dgm:t>
        <a:bodyPr/>
        <a:lstStyle/>
        <a:p>
          <a:endParaRPr lang="en-US"/>
        </a:p>
      </dgm:t>
    </dgm:pt>
    <dgm:pt modelId="{52F3DEAD-F499-49A0-8D58-8BD8CA81FE7B}" type="sibTrans" cxnId="{3F4A94DB-A069-4865-904A-02CADF890B24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A7D43777-7F49-4C71-A488-9D5BC8C9D05B}">
      <dgm:prSet/>
      <dgm:spPr/>
      <dgm:t>
        <a:bodyPr/>
        <a:lstStyle/>
        <a:p>
          <a:r>
            <a:rPr lang="en-US" i="1"/>
            <a:t>Academic</a:t>
          </a:r>
          <a:r>
            <a:rPr lang="en-US"/>
            <a:t>: Admission grade, 1st &amp; 2nd semester grades</a:t>
          </a:r>
        </a:p>
      </dgm:t>
    </dgm:pt>
    <dgm:pt modelId="{86D6418B-69D6-4C45-AA7B-C800BD17AFD1}" type="parTrans" cxnId="{E3B10083-4FE3-446F-8065-C227FFD43957}">
      <dgm:prSet/>
      <dgm:spPr/>
      <dgm:t>
        <a:bodyPr/>
        <a:lstStyle/>
        <a:p>
          <a:endParaRPr lang="en-US"/>
        </a:p>
      </dgm:t>
    </dgm:pt>
    <dgm:pt modelId="{AF68E095-2FAD-48DB-85C1-29FFD4D8F187}" type="sibTrans" cxnId="{E3B10083-4FE3-446F-8065-C227FFD43957}">
      <dgm:prSet/>
      <dgm:spPr/>
      <dgm:t>
        <a:bodyPr/>
        <a:lstStyle/>
        <a:p>
          <a:endParaRPr lang="en-US"/>
        </a:p>
      </dgm:t>
    </dgm:pt>
    <dgm:pt modelId="{C465A7CA-9282-4AB8-9A01-960247E7AF33}">
      <dgm:prSet/>
      <dgm:spPr/>
      <dgm:t>
        <a:bodyPr/>
        <a:lstStyle/>
        <a:p>
          <a:r>
            <a:rPr lang="en-US" i="1"/>
            <a:t>Economic</a:t>
          </a:r>
          <a:r>
            <a:rPr lang="en-US"/>
            <a:t>: Unemployment rate, Inflation rate, GDP</a:t>
          </a:r>
        </a:p>
      </dgm:t>
    </dgm:pt>
    <dgm:pt modelId="{96B4323D-E278-430C-A04E-2C0DC3AEDF2D}" type="parTrans" cxnId="{6DD3F5B7-EAB9-43A0-951B-96E0B6289783}">
      <dgm:prSet/>
      <dgm:spPr/>
      <dgm:t>
        <a:bodyPr/>
        <a:lstStyle/>
        <a:p>
          <a:endParaRPr lang="en-US"/>
        </a:p>
      </dgm:t>
    </dgm:pt>
    <dgm:pt modelId="{E3C5CEC7-9B11-4FCE-A10E-AD2A983588A0}" type="sibTrans" cxnId="{6DD3F5B7-EAB9-43A0-951B-96E0B6289783}">
      <dgm:prSet/>
      <dgm:spPr/>
      <dgm:t>
        <a:bodyPr/>
        <a:lstStyle/>
        <a:p>
          <a:endParaRPr lang="en-US"/>
        </a:p>
      </dgm:t>
    </dgm:pt>
    <dgm:pt modelId="{0FD9D612-11FC-4FE8-A167-F0AE380203A4}">
      <dgm:prSet/>
      <dgm:spPr/>
      <dgm:t>
        <a:bodyPr/>
        <a:lstStyle/>
        <a:p>
          <a:r>
            <a:rPr lang="en-US" i="1"/>
            <a:t>Demographic/Admin</a:t>
          </a:r>
          <a:r>
            <a:rPr lang="en-US"/>
            <a:t>: Gender, Scholarship holder, Tuition status, Attendance mode</a:t>
          </a:r>
        </a:p>
      </dgm:t>
    </dgm:pt>
    <dgm:pt modelId="{A623F771-B09C-4B93-A032-4694D5A7FD22}" type="parTrans" cxnId="{B05F22B4-ADC8-4E9A-99C5-781B2D4BDC7F}">
      <dgm:prSet/>
      <dgm:spPr/>
      <dgm:t>
        <a:bodyPr/>
        <a:lstStyle/>
        <a:p>
          <a:endParaRPr lang="en-US"/>
        </a:p>
      </dgm:t>
    </dgm:pt>
    <dgm:pt modelId="{6219544E-8907-484C-BF3C-472EE75DB883}" type="sibTrans" cxnId="{B05F22B4-ADC8-4E9A-99C5-781B2D4BDC7F}">
      <dgm:prSet/>
      <dgm:spPr/>
      <dgm:t>
        <a:bodyPr/>
        <a:lstStyle/>
        <a:p>
          <a:endParaRPr lang="en-US"/>
        </a:p>
      </dgm:t>
    </dgm:pt>
    <dgm:pt modelId="{3C0F1600-53AE-4955-AC54-9D71745D568C}">
      <dgm:prSet/>
      <dgm:spPr/>
      <dgm:t>
        <a:bodyPr/>
        <a:lstStyle/>
        <a:p>
          <a:r>
            <a:rPr lang="en-US" b="1"/>
            <a:t>Preprocessing:</a:t>
          </a:r>
        </a:p>
      </dgm:t>
    </dgm:pt>
    <dgm:pt modelId="{DB3B70C1-5630-485F-A11A-37EE844FB19E}" type="parTrans" cxnId="{6BFAF49E-7C70-4B24-906C-F9BA10020B94}">
      <dgm:prSet/>
      <dgm:spPr/>
      <dgm:t>
        <a:bodyPr/>
        <a:lstStyle/>
        <a:p>
          <a:endParaRPr lang="en-US"/>
        </a:p>
      </dgm:t>
    </dgm:pt>
    <dgm:pt modelId="{006C3161-6314-4BD3-A731-12AE1053C494}" type="sibTrans" cxnId="{6BFAF49E-7C70-4B24-906C-F9BA10020B94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C571C17B-1935-4A20-87F7-02565E25C58C}">
      <dgm:prSet/>
      <dgm:spPr/>
      <dgm:t>
        <a:bodyPr/>
        <a:lstStyle/>
        <a:p>
          <a:r>
            <a:rPr lang="en-US"/>
            <a:t>Convert categorical variables as factors</a:t>
          </a:r>
        </a:p>
      </dgm:t>
    </dgm:pt>
    <dgm:pt modelId="{A0FF60E7-E424-4C77-A2D1-B4EE94765C23}" type="parTrans" cxnId="{F61B3E39-6D02-4198-BF04-848DCC34AA0B}">
      <dgm:prSet/>
      <dgm:spPr/>
      <dgm:t>
        <a:bodyPr/>
        <a:lstStyle/>
        <a:p>
          <a:endParaRPr lang="en-US"/>
        </a:p>
      </dgm:t>
    </dgm:pt>
    <dgm:pt modelId="{8F0B6F57-AF46-4E69-9EAC-1BEC32C9420A}" type="sibTrans" cxnId="{F61B3E39-6D02-4198-BF04-848DCC34AA0B}">
      <dgm:prSet/>
      <dgm:spPr/>
      <dgm:t>
        <a:bodyPr/>
        <a:lstStyle/>
        <a:p>
          <a:endParaRPr lang="en-US"/>
        </a:p>
      </dgm:t>
    </dgm:pt>
    <dgm:pt modelId="{A0DB2900-77E4-41CB-BE10-DB1EBD7AB4C7}">
      <dgm:prSet/>
      <dgm:spPr/>
      <dgm:t>
        <a:bodyPr/>
        <a:lstStyle/>
        <a:p>
          <a:r>
            <a:rPr lang="en-US"/>
            <a:t>Standardized continuous features</a:t>
          </a:r>
        </a:p>
      </dgm:t>
    </dgm:pt>
    <dgm:pt modelId="{242EF535-EF66-4EC4-B438-7F55F68EDDFC}" type="parTrans" cxnId="{C9170A40-1D3C-4781-8D06-2EFB1156B425}">
      <dgm:prSet/>
      <dgm:spPr/>
      <dgm:t>
        <a:bodyPr/>
        <a:lstStyle/>
        <a:p>
          <a:endParaRPr lang="en-US"/>
        </a:p>
      </dgm:t>
    </dgm:pt>
    <dgm:pt modelId="{7CDFCAED-74B6-4D41-A97C-F0A9855BA644}" type="sibTrans" cxnId="{C9170A40-1D3C-4781-8D06-2EFB1156B425}">
      <dgm:prSet/>
      <dgm:spPr/>
      <dgm:t>
        <a:bodyPr/>
        <a:lstStyle/>
        <a:p>
          <a:endParaRPr lang="en-US"/>
        </a:p>
      </dgm:t>
    </dgm:pt>
    <dgm:pt modelId="{0A8DC3C1-791B-4890-8134-731928206FCE}">
      <dgm:prSet/>
      <dgm:spPr/>
      <dgm:t>
        <a:bodyPr/>
        <a:lstStyle/>
        <a:p>
          <a:r>
            <a:rPr lang="en-US"/>
            <a:t>Split: 70% Training | 30% Testing</a:t>
          </a:r>
        </a:p>
      </dgm:t>
    </dgm:pt>
    <dgm:pt modelId="{D2DC8EEE-90D2-4805-95EC-42B264BFED94}" type="parTrans" cxnId="{525BA863-1F87-4B3F-8AEC-F1DCF6154602}">
      <dgm:prSet/>
      <dgm:spPr/>
      <dgm:t>
        <a:bodyPr/>
        <a:lstStyle/>
        <a:p>
          <a:endParaRPr lang="en-US"/>
        </a:p>
      </dgm:t>
    </dgm:pt>
    <dgm:pt modelId="{3A6AD8A3-1D80-4214-9754-91D1BEEDFB6A}" type="sibTrans" cxnId="{525BA863-1F87-4B3F-8AEC-F1DCF6154602}">
      <dgm:prSet/>
      <dgm:spPr/>
      <dgm:t>
        <a:bodyPr/>
        <a:lstStyle/>
        <a:p>
          <a:endParaRPr lang="en-US"/>
        </a:p>
      </dgm:t>
    </dgm:pt>
    <dgm:pt modelId="{A3A2914F-84A6-3743-8D89-4472F2A83F3A}" type="pres">
      <dgm:prSet presAssocID="{9AF03CDC-8515-43F1-915D-DCEDFB342550}" presName="Name0" presStyleCnt="0">
        <dgm:presLayoutVars>
          <dgm:animLvl val="lvl"/>
          <dgm:resizeHandles val="exact"/>
        </dgm:presLayoutVars>
      </dgm:prSet>
      <dgm:spPr/>
    </dgm:pt>
    <dgm:pt modelId="{8EF7C034-19E1-0846-A86F-4067ECC9D289}" type="pres">
      <dgm:prSet presAssocID="{02AB80EC-2388-4B62-A6D5-C704FDA28C06}" presName="compositeNode" presStyleCnt="0">
        <dgm:presLayoutVars>
          <dgm:bulletEnabled val="1"/>
        </dgm:presLayoutVars>
      </dgm:prSet>
      <dgm:spPr/>
    </dgm:pt>
    <dgm:pt modelId="{F56C4BA2-1102-CB44-9025-EC584D165CD1}" type="pres">
      <dgm:prSet presAssocID="{02AB80EC-2388-4B62-A6D5-C704FDA28C06}" presName="bgRect" presStyleLbl="alignNode1" presStyleIdx="0" presStyleCnt="3"/>
      <dgm:spPr/>
    </dgm:pt>
    <dgm:pt modelId="{8295FB08-DA69-E247-85F3-2D2C7F3737D0}" type="pres">
      <dgm:prSet presAssocID="{739CED16-9DF4-4A41-AB6B-9FE8750094CC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C108F411-3802-AB4B-9C22-0B614921A4F0}" type="pres">
      <dgm:prSet presAssocID="{02AB80EC-2388-4B62-A6D5-C704FDA28C06}" presName="nodeRect" presStyleLbl="alignNode1" presStyleIdx="0" presStyleCnt="3">
        <dgm:presLayoutVars>
          <dgm:bulletEnabled val="1"/>
        </dgm:presLayoutVars>
      </dgm:prSet>
      <dgm:spPr/>
    </dgm:pt>
    <dgm:pt modelId="{C36D2354-8A17-9447-8454-901884786527}" type="pres">
      <dgm:prSet presAssocID="{739CED16-9DF4-4A41-AB6B-9FE8750094CC}" presName="sibTrans" presStyleCnt="0"/>
      <dgm:spPr/>
    </dgm:pt>
    <dgm:pt modelId="{F7003459-BFCD-CC48-9B92-3C4E99936D34}" type="pres">
      <dgm:prSet presAssocID="{B66C7809-A37C-4EFE-B02C-29CCB7B144B3}" presName="compositeNode" presStyleCnt="0">
        <dgm:presLayoutVars>
          <dgm:bulletEnabled val="1"/>
        </dgm:presLayoutVars>
      </dgm:prSet>
      <dgm:spPr/>
    </dgm:pt>
    <dgm:pt modelId="{7014FBAD-1715-9E4A-9C57-E5B96C4F60A3}" type="pres">
      <dgm:prSet presAssocID="{B66C7809-A37C-4EFE-B02C-29CCB7B144B3}" presName="bgRect" presStyleLbl="alignNode1" presStyleIdx="1" presStyleCnt="3"/>
      <dgm:spPr/>
    </dgm:pt>
    <dgm:pt modelId="{0E244092-BA3B-A641-8E9A-FCB9F5095AD2}" type="pres">
      <dgm:prSet presAssocID="{52F3DEAD-F499-49A0-8D58-8BD8CA81FE7B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DC6368BF-C493-1F4D-A015-41956D1DCC96}" type="pres">
      <dgm:prSet presAssocID="{B66C7809-A37C-4EFE-B02C-29CCB7B144B3}" presName="nodeRect" presStyleLbl="alignNode1" presStyleIdx="1" presStyleCnt="3">
        <dgm:presLayoutVars>
          <dgm:bulletEnabled val="1"/>
        </dgm:presLayoutVars>
      </dgm:prSet>
      <dgm:spPr/>
    </dgm:pt>
    <dgm:pt modelId="{82115854-2B6A-054A-AB55-93C95CC3FE1B}" type="pres">
      <dgm:prSet presAssocID="{52F3DEAD-F499-49A0-8D58-8BD8CA81FE7B}" presName="sibTrans" presStyleCnt="0"/>
      <dgm:spPr/>
    </dgm:pt>
    <dgm:pt modelId="{9CED7A88-C2EC-B949-A16A-3E3CF8186550}" type="pres">
      <dgm:prSet presAssocID="{3C0F1600-53AE-4955-AC54-9D71745D568C}" presName="compositeNode" presStyleCnt="0">
        <dgm:presLayoutVars>
          <dgm:bulletEnabled val="1"/>
        </dgm:presLayoutVars>
      </dgm:prSet>
      <dgm:spPr/>
    </dgm:pt>
    <dgm:pt modelId="{F8E83CC0-4274-B847-B5BC-A95F6F8375BD}" type="pres">
      <dgm:prSet presAssocID="{3C0F1600-53AE-4955-AC54-9D71745D568C}" presName="bgRect" presStyleLbl="alignNode1" presStyleIdx="2" presStyleCnt="3"/>
      <dgm:spPr/>
    </dgm:pt>
    <dgm:pt modelId="{3E333194-6588-AD4B-B48C-9C38A559F22B}" type="pres">
      <dgm:prSet presAssocID="{006C3161-6314-4BD3-A731-12AE1053C494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3BCC430-C8E6-D74C-B826-EAE9DB64E7D9}" type="pres">
      <dgm:prSet presAssocID="{3C0F1600-53AE-4955-AC54-9D71745D568C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D5EE750C-3CE2-BF4B-8795-A5AF4AECAADA}" type="presOf" srcId="{006C3161-6314-4BD3-A731-12AE1053C494}" destId="{3E333194-6588-AD4B-B48C-9C38A559F22B}" srcOrd="0" destOrd="0" presId="urn:microsoft.com/office/officeart/2016/7/layout/LinearBlockProcessNumbered"/>
    <dgm:cxn modelId="{310E1E23-9AD5-466C-9AC2-74072088C11A}" srcId="{9AF03CDC-8515-43F1-915D-DCEDFB342550}" destId="{02AB80EC-2388-4B62-A6D5-C704FDA28C06}" srcOrd="0" destOrd="0" parTransId="{EB706C70-52FF-4E55-BF39-3777A69D42E4}" sibTransId="{739CED16-9DF4-4A41-AB6B-9FE8750094CC}"/>
    <dgm:cxn modelId="{F61B3E39-6D02-4198-BF04-848DCC34AA0B}" srcId="{3C0F1600-53AE-4955-AC54-9D71745D568C}" destId="{C571C17B-1935-4A20-87F7-02565E25C58C}" srcOrd="0" destOrd="0" parTransId="{A0FF60E7-E424-4C77-A2D1-B4EE94765C23}" sibTransId="{8F0B6F57-AF46-4E69-9EAC-1BEC32C9420A}"/>
    <dgm:cxn modelId="{C7DCF13F-6921-7A43-8F17-F6080ED0C2E6}" type="presOf" srcId="{3C0F1600-53AE-4955-AC54-9D71745D568C}" destId="{F8E83CC0-4274-B847-B5BC-A95F6F8375BD}" srcOrd="0" destOrd="0" presId="urn:microsoft.com/office/officeart/2016/7/layout/LinearBlockProcessNumbered"/>
    <dgm:cxn modelId="{C9170A40-1D3C-4781-8D06-2EFB1156B425}" srcId="{3C0F1600-53AE-4955-AC54-9D71745D568C}" destId="{A0DB2900-77E4-41CB-BE10-DB1EBD7AB4C7}" srcOrd="1" destOrd="0" parTransId="{242EF535-EF66-4EC4-B438-7F55F68EDDFC}" sibTransId="{7CDFCAED-74B6-4D41-A97C-F0A9855BA644}"/>
    <dgm:cxn modelId="{525BA863-1F87-4B3F-8AEC-F1DCF6154602}" srcId="{3C0F1600-53AE-4955-AC54-9D71745D568C}" destId="{0A8DC3C1-791B-4890-8134-731928206FCE}" srcOrd="2" destOrd="0" parTransId="{D2DC8EEE-90D2-4805-95EC-42B264BFED94}" sibTransId="{3A6AD8A3-1D80-4214-9754-91D1BEEDFB6A}"/>
    <dgm:cxn modelId="{A31BD465-B947-0E40-A36E-13FD5CBE1BD6}" type="presOf" srcId="{C571C17B-1935-4A20-87F7-02565E25C58C}" destId="{63BCC430-C8E6-D74C-B826-EAE9DB64E7D9}" srcOrd="0" destOrd="1" presId="urn:microsoft.com/office/officeart/2016/7/layout/LinearBlockProcessNumbered"/>
    <dgm:cxn modelId="{701BA56A-4CA6-C440-86EC-E1856ADAF717}" type="presOf" srcId="{3C0F1600-53AE-4955-AC54-9D71745D568C}" destId="{63BCC430-C8E6-D74C-B826-EAE9DB64E7D9}" srcOrd="1" destOrd="0" presId="urn:microsoft.com/office/officeart/2016/7/layout/LinearBlockProcessNumbered"/>
    <dgm:cxn modelId="{19C3CF4A-1191-B24C-A574-E598E088ACFD}" type="presOf" srcId="{C465A7CA-9282-4AB8-9A01-960247E7AF33}" destId="{DC6368BF-C493-1F4D-A015-41956D1DCC96}" srcOrd="0" destOrd="2" presId="urn:microsoft.com/office/officeart/2016/7/layout/LinearBlockProcessNumbered"/>
    <dgm:cxn modelId="{6F06EB7C-B2F7-F743-8AA0-4A630CC0F6A2}" type="presOf" srcId="{9AF03CDC-8515-43F1-915D-DCEDFB342550}" destId="{A3A2914F-84A6-3743-8D89-4472F2A83F3A}" srcOrd="0" destOrd="0" presId="urn:microsoft.com/office/officeart/2016/7/layout/LinearBlockProcessNumbered"/>
    <dgm:cxn modelId="{E3B10083-4FE3-446F-8065-C227FFD43957}" srcId="{B66C7809-A37C-4EFE-B02C-29CCB7B144B3}" destId="{A7D43777-7F49-4C71-A488-9D5BC8C9D05B}" srcOrd="0" destOrd="0" parTransId="{86D6418B-69D6-4C45-AA7B-C800BD17AFD1}" sibTransId="{AF68E095-2FAD-48DB-85C1-29FFD4D8F187}"/>
    <dgm:cxn modelId="{2A61B485-0A28-F946-AEB4-AD77E27DD18C}" type="presOf" srcId="{B66C7809-A37C-4EFE-B02C-29CCB7B144B3}" destId="{DC6368BF-C493-1F4D-A015-41956D1DCC96}" srcOrd="1" destOrd="0" presId="urn:microsoft.com/office/officeart/2016/7/layout/LinearBlockProcessNumbered"/>
    <dgm:cxn modelId="{6BFAF49E-7C70-4B24-906C-F9BA10020B94}" srcId="{9AF03CDC-8515-43F1-915D-DCEDFB342550}" destId="{3C0F1600-53AE-4955-AC54-9D71745D568C}" srcOrd="2" destOrd="0" parTransId="{DB3B70C1-5630-485F-A11A-37EE844FB19E}" sibTransId="{006C3161-6314-4BD3-A731-12AE1053C494}"/>
    <dgm:cxn modelId="{C9A513A8-3415-F74F-BE84-D4DE3F1BFA85}" type="presOf" srcId="{02AB80EC-2388-4B62-A6D5-C704FDA28C06}" destId="{C108F411-3802-AB4B-9C22-0B614921A4F0}" srcOrd="1" destOrd="0" presId="urn:microsoft.com/office/officeart/2016/7/layout/LinearBlockProcessNumbered"/>
    <dgm:cxn modelId="{B05F22B4-ADC8-4E9A-99C5-781B2D4BDC7F}" srcId="{B66C7809-A37C-4EFE-B02C-29CCB7B144B3}" destId="{0FD9D612-11FC-4FE8-A167-F0AE380203A4}" srcOrd="2" destOrd="0" parTransId="{A623F771-B09C-4B93-A032-4694D5A7FD22}" sibTransId="{6219544E-8907-484C-BF3C-472EE75DB883}"/>
    <dgm:cxn modelId="{B95A06B7-9C5E-8E44-BDA6-E8F1675FB59C}" type="presOf" srcId="{A7D43777-7F49-4C71-A488-9D5BC8C9D05B}" destId="{DC6368BF-C493-1F4D-A015-41956D1DCC96}" srcOrd="0" destOrd="1" presId="urn:microsoft.com/office/officeart/2016/7/layout/LinearBlockProcessNumbered"/>
    <dgm:cxn modelId="{6DD3F5B7-EAB9-43A0-951B-96E0B6289783}" srcId="{B66C7809-A37C-4EFE-B02C-29CCB7B144B3}" destId="{C465A7CA-9282-4AB8-9A01-960247E7AF33}" srcOrd="1" destOrd="0" parTransId="{96B4323D-E278-430C-A04E-2C0DC3AEDF2D}" sibTransId="{E3C5CEC7-9B11-4FCE-A10E-AD2A983588A0}"/>
    <dgm:cxn modelId="{5FE44CB8-2370-884C-80C4-B83C529AD572}" type="presOf" srcId="{A0DB2900-77E4-41CB-BE10-DB1EBD7AB4C7}" destId="{63BCC430-C8E6-D74C-B826-EAE9DB64E7D9}" srcOrd="0" destOrd="2" presId="urn:microsoft.com/office/officeart/2016/7/layout/LinearBlockProcessNumbered"/>
    <dgm:cxn modelId="{7590D8BB-1038-034E-A242-5CE7D4A65690}" type="presOf" srcId="{52F3DEAD-F499-49A0-8D58-8BD8CA81FE7B}" destId="{0E244092-BA3B-A641-8E9A-FCB9F5095AD2}" srcOrd="0" destOrd="0" presId="urn:microsoft.com/office/officeart/2016/7/layout/LinearBlockProcessNumbered"/>
    <dgm:cxn modelId="{5559A7C6-3EC7-1640-99EF-6F18B9012278}" type="presOf" srcId="{B66C7809-A37C-4EFE-B02C-29CCB7B144B3}" destId="{7014FBAD-1715-9E4A-9C57-E5B96C4F60A3}" srcOrd="0" destOrd="0" presId="urn:microsoft.com/office/officeart/2016/7/layout/LinearBlockProcessNumbered"/>
    <dgm:cxn modelId="{3F4A94DB-A069-4865-904A-02CADF890B24}" srcId="{9AF03CDC-8515-43F1-915D-DCEDFB342550}" destId="{B66C7809-A37C-4EFE-B02C-29CCB7B144B3}" srcOrd="1" destOrd="0" parTransId="{7D67CE5E-47B8-4E3D-94DE-2BA19327A5DD}" sibTransId="{52F3DEAD-F499-49A0-8D58-8BD8CA81FE7B}"/>
    <dgm:cxn modelId="{E1F611E4-4FB9-474B-80B5-C55B2684C005}" type="presOf" srcId="{739CED16-9DF4-4A41-AB6B-9FE8750094CC}" destId="{8295FB08-DA69-E247-85F3-2D2C7F3737D0}" srcOrd="0" destOrd="0" presId="urn:microsoft.com/office/officeart/2016/7/layout/LinearBlockProcessNumbered"/>
    <dgm:cxn modelId="{6A3FEAEF-E210-334E-A7F5-68E929B66824}" type="presOf" srcId="{0A8DC3C1-791B-4890-8134-731928206FCE}" destId="{63BCC430-C8E6-D74C-B826-EAE9DB64E7D9}" srcOrd="0" destOrd="3" presId="urn:microsoft.com/office/officeart/2016/7/layout/LinearBlockProcessNumbered"/>
    <dgm:cxn modelId="{E267A5F3-0C34-984C-A0EC-ADD6635A48A4}" type="presOf" srcId="{02AB80EC-2388-4B62-A6D5-C704FDA28C06}" destId="{F56C4BA2-1102-CB44-9025-EC584D165CD1}" srcOrd="0" destOrd="0" presId="urn:microsoft.com/office/officeart/2016/7/layout/LinearBlockProcessNumbered"/>
    <dgm:cxn modelId="{6C308CF7-402F-1648-85A1-66E9D0B7FF67}" type="presOf" srcId="{0FD9D612-11FC-4FE8-A167-F0AE380203A4}" destId="{DC6368BF-C493-1F4D-A015-41956D1DCC96}" srcOrd="0" destOrd="3" presId="urn:microsoft.com/office/officeart/2016/7/layout/LinearBlockProcessNumbered"/>
    <dgm:cxn modelId="{55E33B5C-FAA6-D940-A906-C6B4553B4D9B}" type="presParOf" srcId="{A3A2914F-84A6-3743-8D89-4472F2A83F3A}" destId="{8EF7C034-19E1-0846-A86F-4067ECC9D289}" srcOrd="0" destOrd="0" presId="urn:microsoft.com/office/officeart/2016/7/layout/LinearBlockProcessNumbered"/>
    <dgm:cxn modelId="{C925BB2F-777A-4546-B5CA-65542A941533}" type="presParOf" srcId="{8EF7C034-19E1-0846-A86F-4067ECC9D289}" destId="{F56C4BA2-1102-CB44-9025-EC584D165CD1}" srcOrd="0" destOrd="0" presId="urn:microsoft.com/office/officeart/2016/7/layout/LinearBlockProcessNumbered"/>
    <dgm:cxn modelId="{18F496DA-BD31-5E41-A26A-12A7478BA624}" type="presParOf" srcId="{8EF7C034-19E1-0846-A86F-4067ECC9D289}" destId="{8295FB08-DA69-E247-85F3-2D2C7F3737D0}" srcOrd="1" destOrd="0" presId="urn:microsoft.com/office/officeart/2016/7/layout/LinearBlockProcessNumbered"/>
    <dgm:cxn modelId="{3FFF5BB3-A554-EB4F-816F-B07DFC754139}" type="presParOf" srcId="{8EF7C034-19E1-0846-A86F-4067ECC9D289}" destId="{C108F411-3802-AB4B-9C22-0B614921A4F0}" srcOrd="2" destOrd="0" presId="urn:microsoft.com/office/officeart/2016/7/layout/LinearBlockProcessNumbered"/>
    <dgm:cxn modelId="{C747FDD8-117D-7C40-9F1A-1B96BBDF9A58}" type="presParOf" srcId="{A3A2914F-84A6-3743-8D89-4472F2A83F3A}" destId="{C36D2354-8A17-9447-8454-901884786527}" srcOrd="1" destOrd="0" presId="urn:microsoft.com/office/officeart/2016/7/layout/LinearBlockProcessNumbered"/>
    <dgm:cxn modelId="{22FC3954-AA36-FD48-A20A-41DB4E2FEF96}" type="presParOf" srcId="{A3A2914F-84A6-3743-8D89-4472F2A83F3A}" destId="{F7003459-BFCD-CC48-9B92-3C4E99936D34}" srcOrd="2" destOrd="0" presId="urn:microsoft.com/office/officeart/2016/7/layout/LinearBlockProcessNumbered"/>
    <dgm:cxn modelId="{E88FC4C0-29FD-CE48-B421-3AAF4E3728B9}" type="presParOf" srcId="{F7003459-BFCD-CC48-9B92-3C4E99936D34}" destId="{7014FBAD-1715-9E4A-9C57-E5B96C4F60A3}" srcOrd="0" destOrd="0" presId="urn:microsoft.com/office/officeart/2016/7/layout/LinearBlockProcessNumbered"/>
    <dgm:cxn modelId="{7FF3C866-4B4A-2841-98FF-26E98B058029}" type="presParOf" srcId="{F7003459-BFCD-CC48-9B92-3C4E99936D34}" destId="{0E244092-BA3B-A641-8E9A-FCB9F5095AD2}" srcOrd="1" destOrd="0" presId="urn:microsoft.com/office/officeart/2016/7/layout/LinearBlockProcessNumbered"/>
    <dgm:cxn modelId="{546D0144-3432-A942-9355-61395F672AEB}" type="presParOf" srcId="{F7003459-BFCD-CC48-9B92-3C4E99936D34}" destId="{DC6368BF-C493-1F4D-A015-41956D1DCC96}" srcOrd="2" destOrd="0" presId="urn:microsoft.com/office/officeart/2016/7/layout/LinearBlockProcessNumbered"/>
    <dgm:cxn modelId="{FBED8451-1FB5-5F42-9929-B0500EC1A919}" type="presParOf" srcId="{A3A2914F-84A6-3743-8D89-4472F2A83F3A}" destId="{82115854-2B6A-054A-AB55-93C95CC3FE1B}" srcOrd="3" destOrd="0" presId="urn:microsoft.com/office/officeart/2016/7/layout/LinearBlockProcessNumbered"/>
    <dgm:cxn modelId="{D8977885-DCBF-314E-B07E-A7EBE0EFA46B}" type="presParOf" srcId="{A3A2914F-84A6-3743-8D89-4472F2A83F3A}" destId="{9CED7A88-C2EC-B949-A16A-3E3CF8186550}" srcOrd="4" destOrd="0" presId="urn:microsoft.com/office/officeart/2016/7/layout/LinearBlockProcessNumbered"/>
    <dgm:cxn modelId="{ABD611C1-9FF6-4842-BAA0-4F8E8C96F3A1}" type="presParOf" srcId="{9CED7A88-C2EC-B949-A16A-3E3CF8186550}" destId="{F8E83CC0-4274-B847-B5BC-A95F6F8375BD}" srcOrd="0" destOrd="0" presId="urn:microsoft.com/office/officeart/2016/7/layout/LinearBlockProcessNumbered"/>
    <dgm:cxn modelId="{1D1E23E6-3B7D-1849-B3AD-D95C41272382}" type="presParOf" srcId="{9CED7A88-C2EC-B949-A16A-3E3CF8186550}" destId="{3E333194-6588-AD4B-B48C-9C38A559F22B}" srcOrd="1" destOrd="0" presId="urn:microsoft.com/office/officeart/2016/7/layout/LinearBlockProcessNumbered"/>
    <dgm:cxn modelId="{9A3A8A94-A67D-394D-A8C2-99678D66BEC7}" type="presParOf" srcId="{9CED7A88-C2EC-B949-A16A-3E3CF8186550}" destId="{63BCC430-C8E6-D74C-B826-EAE9DB64E7D9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EDE833-1AE8-4444-8117-03E8AEBFAF9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334441B-3147-4C8D-AEAE-E3603F6C40C5}">
      <dgm:prSet/>
      <dgm:spPr/>
      <dgm:t>
        <a:bodyPr/>
        <a:lstStyle/>
        <a:p>
          <a:pPr rtl="0"/>
          <a:r>
            <a:rPr lang="en-US" b="1"/>
            <a:t>Strong Model Fit</a:t>
          </a:r>
          <a:r>
            <a:rPr lang="en-US"/>
            <a:t>: </a:t>
          </a:r>
          <a:r>
            <a:rPr lang="en-US">
              <a:latin typeface="Aptos Display" panose="02110004020202020204"/>
            </a:rPr>
            <a:t>low</a:t>
          </a:r>
          <a:r>
            <a:rPr lang="en-US"/>
            <a:t> AIC (2484) indicate a well-fitting model.</a:t>
          </a:r>
          <a:endParaRPr lang="en-US" b="0">
            <a:latin typeface="Aptos Display" panose="02110004020202020204"/>
          </a:endParaRPr>
        </a:p>
      </dgm:t>
    </dgm:pt>
    <dgm:pt modelId="{2F55DD61-A1C6-4AE1-B571-91C2D42E4370}" type="parTrans" cxnId="{A86A6043-5904-44C5-99B0-E6DC0C821C7E}">
      <dgm:prSet/>
      <dgm:spPr/>
      <dgm:t>
        <a:bodyPr/>
        <a:lstStyle/>
        <a:p>
          <a:endParaRPr lang="en-US"/>
        </a:p>
      </dgm:t>
    </dgm:pt>
    <dgm:pt modelId="{0BBF3B68-2164-45BB-9FE2-8AAA371DCFAE}" type="sibTrans" cxnId="{A86A6043-5904-44C5-99B0-E6DC0C821C7E}">
      <dgm:prSet/>
      <dgm:spPr/>
      <dgm:t>
        <a:bodyPr/>
        <a:lstStyle/>
        <a:p>
          <a:endParaRPr lang="en-US"/>
        </a:p>
      </dgm:t>
    </dgm:pt>
    <dgm:pt modelId="{5F3E248C-6CDC-4D06-93EB-CCF1E4B3652D}">
      <dgm:prSet/>
      <dgm:spPr/>
      <dgm:t>
        <a:bodyPr/>
        <a:lstStyle/>
        <a:p>
          <a:r>
            <a:rPr lang="en-US" b="1"/>
            <a:t>Balanced Performance</a:t>
          </a:r>
          <a:r>
            <a:rPr lang="en-US"/>
            <a:t>: Positive predictive value = 83.3%, negative predictive value = 85.2%.</a:t>
          </a:r>
        </a:p>
      </dgm:t>
    </dgm:pt>
    <dgm:pt modelId="{033BF185-F563-4259-8BA8-003C0D6CE79D}" type="parTrans" cxnId="{E9A24AC8-5173-432C-BDEF-CEC80156DB67}">
      <dgm:prSet/>
      <dgm:spPr/>
      <dgm:t>
        <a:bodyPr/>
        <a:lstStyle/>
        <a:p>
          <a:endParaRPr lang="en-US"/>
        </a:p>
      </dgm:t>
    </dgm:pt>
    <dgm:pt modelId="{E163190C-91D2-43BE-AF57-F905927AD469}" type="sibTrans" cxnId="{E9A24AC8-5173-432C-BDEF-CEC80156DB67}">
      <dgm:prSet/>
      <dgm:spPr/>
      <dgm:t>
        <a:bodyPr/>
        <a:lstStyle/>
        <a:p>
          <a:endParaRPr lang="en-US"/>
        </a:p>
      </dgm:t>
    </dgm:pt>
    <dgm:pt modelId="{DD8A0F2E-B784-4B9E-A3E4-9A7CBCAA8681}">
      <dgm:prSet/>
      <dgm:spPr/>
      <dgm:t>
        <a:bodyPr/>
        <a:lstStyle/>
        <a:p>
          <a:r>
            <a:rPr lang="en-US" b="1"/>
            <a:t>No Multicollinearity</a:t>
          </a:r>
          <a:r>
            <a:rPr lang="en-US"/>
            <a:t>: All VIFs &lt; 5; academic grades showed acceptable correlation.</a:t>
          </a:r>
        </a:p>
      </dgm:t>
    </dgm:pt>
    <dgm:pt modelId="{8774DB1C-8B87-486C-8A67-28E0A2E15600}" type="parTrans" cxnId="{D5FB159B-C21A-4AFA-9467-A0ADF6D5B148}">
      <dgm:prSet/>
      <dgm:spPr/>
      <dgm:t>
        <a:bodyPr/>
        <a:lstStyle/>
        <a:p>
          <a:endParaRPr lang="en-US"/>
        </a:p>
      </dgm:t>
    </dgm:pt>
    <dgm:pt modelId="{836242B8-F2B8-40F0-9E65-76C80ED2E885}" type="sibTrans" cxnId="{D5FB159B-C21A-4AFA-9467-A0ADF6D5B148}">
      <dgm:prSet/>
      <dgm:spPr/>
      <dgm:t>
        <a:bodyPr/>
        <a:lstStyle/>
        <a:p>
          <a:endParaRPr lang="en-US"/>
        </a:p>
      </dgm:t>
    </dgm:pt>
    <dgm:pt modelId="{F202B860-532E-44C9-AB75-2A9A39FE8AEE}">
      <dgm:prSet phldr="0"/>
      <dgm:spPr/>
      <dgm:t>
        <a:bodyPr/>
        <a:lstStyle/>
        <a:p>
          <a:pPr rtl="0"/>
          <a:r>
            <a:rPr lang="en-US" b="1"/>
            <a:t>Top Predictors of Negative Outcomes</a:t>
          </a:r>
          <a:r>
            <a:rPr lang="en-US"/>
            <a:t>:</a:t>
          </a:r>
          <a:br>
            <a:rPr lang="en-US" b="0">
              <a:latin typeface="Aptos Display" panose="02110004020202020204"/>
            </a:rPr>
          </a:br>
          <a:r>
            <a:rPr lang="en-US" b="1">
              <a:latin typeface="Aptos Display" panose="02110004020202020204"/>
            </a:rPr>
            <a:t>1. Tuition</a:t>
          </a:r>
          <a:r>
            <a:rPr lang="en-US" b="1"/>
            <a:t> not up to date</a:t>
          </a:r>
          <a:r>
            <a:rPr lang="en-US"/>
            <a:t> → strongest risk factor (odds ratio = </a:t>
          </a:r>
          <a:r>
            <a:rPr lang="en-US" b="1"/>
            <a:t>0.069</a:t>
          </a:r>
          <a:r>
            <a:rPr lang="en-US"/>
            <a:t>).</a:t>
          </a:r>
          <a:br>
            <a:rPr lang="en-US" b="0">
              <a:solidFill>
                <a:srgbClr val="010000"/>
              </a:solidFill>
              <a:latin typeface="Aptos Display" panose="02110004020202020204"/>
            </a:rPr>
          </a:br>
          <a:r>
            <a:rPr lang="en-US" b="1">
              <a:latin typeface="Aptos Display" panose="02110004020202020204"/>
            </a:rPr>
            <a:t>2. </a:t>
          </a:r>
          <a:r>
            <a:rPr lang="en-US" b="1"/>
            <a:t>No scholarship</a:t>
          </a:r>
          <a:r>
            <a:rPr lang="en-US"/>
            <a:t> and </a:t>
          </a:r>
          <a:r>
            <a:rPr lang="en-US" b="1"/>
            <a:t>evening attendance</a:t>
          </a:r>
          <a:r>
            <a:rPr lang="en-US"/>
            <a:t> also linked to higher </a:t>
          </a:r>
          <a:r>
            <a:rPr lang="en-US" b="1">
              <a:latin typeface="Aptos Display" panose="02110004020202020204"/>
            </a:rPr>
            <a:t>risk.</a:t>
          </a:r>
          <a:br>
            <a:rPr lang="en-US" b="1">
              <a:solidFill>
                <a:srgbClr val="010000"/>
              </a:solidFill>
              <a:latin typeface="Aptos Display" panose="02110004020202020204"/>
            </a:rPr>
          </a:br>
          <a:r>
            <a:rPr lang="en-US" b="1">
              <a:latin typeface="Aptos Display" panose="02110004020202020204"/>
            </a:rPr>
            <a:t>3. Low</a:t>
          </a:r>
          <a:r>
            <a:rPr lang="en-US" b="1"/>
            <a:t> 2nd semester grades</a:t>
          </a:r>
          <a:r>
            <a:rPr lang="en-US"/>
            <a:t> and </a:t>
          </a:r>
          <a:r>
            <a:rPr lang="en-US" b="1"/>
            <a:t>lower admission grades</a:t>
          </a:r>
          <a:r>
            <a:rPr lang="en-US"/>
            <a:t> increase dropout likelihood.</a:t>
          </a:r>
          <a:br>
            <a:rPr lang="en-US"/>
          </a:br>
          <a:r>
            <a:rPr lang="en-US" b="1"/>
            <a:t>High Predictive Power</a:t>
          </a:r>
          <a:r>
            <a:rPr lang="en-US"/>
            <a:t>: AUC = 0.87; accuracy = 84.7%, sensitivity = 65.5%, specificity = 93.8%.</a:t>
          </a:r>
        </a:p>
      </dgm:t>
    </dgm:pt>
    <dgm:pt modelId="{F5DEF88D-E17B-4D1C-B410-B82AAA267339}" type="parTrans" cxnId="{85F0F370-EBA1-4349-9B2A-306229B824A7}">
      <dgm:prSet/>
      <dgm:spPr/>
    </dgm:pt>
    <dgm:pt modelId="{001C474E-492D-47D8-93B5-D1F09639F851}" type="sibTrans" cxnId="{85F0F370-EBA1-4349-9B2A-306229B824A7}">
      <dgm:prSet/>
      <dgm:spPr/>
    </dgm:pt>
    <dgm:pt modelId="{E07E2866-14CB-4317-BD86-2F921ED7C9E2}" type="pres">
      <dgm:prSet presAssocID="{8FEDE833-1AE8-4444-8117-03E8AEBFAF98}" presName="linear" presStyleCnt="0">
        <dgm:presLayoutVars>
          <dgm:animLvl val="lvl"/>
          <dgm:resizeHandles val="exact"/>
        </dgm:presLayoutVars>
      </dgm:prSet>
      <dgm:spPr/>
    </dgm:pt>
    <dgm:pt modelId="{94129594-3BA8-490B-B493-AFF9B2AEA8B1}" type="pres">
      <dgm:prSet presAssocID="{D334441B-3147-4C8D-AEAE-E3603F6C40C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4AF88BA-A14A-4270-9EB4-4D3F1149C3A6}" type="pres">
      <dgm:prSet presAssocID="{0BBF3B68-2164-45BB-9FE2-8AAA371DCFAE}" presName="spacer" presStyleCnt="0"/>
      <dgm:spPr/>
    </dgm:pt>
    <dgm:pt modelId="{C33F22AD-37AB-4A5B-B9D3-D9CF77FC39B0}" type="pres">
      <dgm:prSet presAssocID="{F202B860-532E-44C9-AB75-2A9A39FE8AE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3BAB5BC-02C6-41A4-87A8-3B01FEADEB50}" type="pres">
      <dgm:prSet presAssocID="{001C474E-492D-47D8-93B5-D1F09639F851}" presName="spacer" presStyleCnt="0"/>
      <dgm:spPr/>
    </dgm:pt>
    <dgm:pt modelId="{E6C9CBF9-94E0-4C74-A58E-C31EF816F571}" type="pres">
      <dgm:prSet presAssocID="{5F3E248C-6CDC-4D06-93EB-CCF1E4B3652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8C9BF77-F433-4C13-A1C7-AB882BF5D949}" type="pres">
      <dgm:prSet presAssocID="{E163190C-91D2-43BE-AF57-F905927AD469}" presName="spacer" presStyleCnt="0"/>
      <dgm:spPr/>
    </dgm:pt>
    <dgm:pt modelId="{76D2D548-FD45-4860-9868-CF37D6E53FBE}" type="pres">
      <dgm:prSet presAssocID="{DD8A0F2E-B784-4B9E-A3E4-9A7CBCAA868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299CD27-15E3-437A-B72F-3792F2ED11AA}" type="presOf" srcId="{5F3E248C-6CDC-4D06-93EB-CCF1E4B3652D}" destId="{E6C9CBF9-94E0-4C74-A58E-C31EF816F571}" srcOrd="0" destOrd="0" presId="urn:microsoft.com/office/officeart/2005/8/layout/vList2"/>
    <dgm:cxn modelId="{B2A1DC38-3747-4351-955D-3F78C4BA9BF0}" type="presOf" srcId="{F202B860-532E-44C9-AB75-2A9A39FE8AEE}" destId="{C33F22AD-37AB-4A5B-B9D3-D9CF77FC39B0}" srcOrd="0" destOrd="0" presId="urn:microsoft.com/office/officeart/2005/8/layout/vList2"/>
    <dgm:cxn modelId="{97E98A39-6164-44E3-913D-7BE8FB3C77D7}" type="presOf" srcId="{D334441B-3147-4C8D-AEAE-E3603F6C40C5}" destId="{94129594-3BA8-490B-B493-AFF9B2AEA8B1}" srcOrd="0" destOrd="0" presId="urn:microsoft.com/office/officeart/2005/8/layout/vList2"/>
    <dgm:cxn modelId="{A86A6043-5904-44C5-99B0-E6DC0C821C7E}" srcId="{8FEDE833-1AE8-4444-8117-03E8AEBFAF98}" destId="{D334441B-3147-4C8D-AEAE-E3603F6C40C5}" srcOrd="0" destOrd="0" parTransId="{2F55DD61-A1C6-4AE1-B571-91C2D42E4370}" sibTransId="{0BBF3B68-2164-45BB-9FE2-8AAA371DCFAE}"/>
    <dgm:cxn modelId="{44FE544D-FC96-40DE-83F5-448B02CB7146}" type="presOf" srcId="{DD8A0F2E-B784-4B9E-A3E4-9A7CBCAA8681}" destId="{76D2D548-FD45-4860-9868-CF37D6E53FBE}" srcOrd="0" destOrd="0" presId="urn:microsoft.com/office/officeart/2005/8/layout/vList2"/>
    <dgm:cxn modelId="{85F0F370-EBA1-4349-9B2A-306229B824A7}" srcId="{8FEDE833-1AE8-4444-8117-03E8AEBFAF98}" destId="{F202B860-532E-44C9-AB75-2A9A39FE8AEE}" srcOrd="1" destOrd="0" parTransId="{F5DEF88D-E17B-4D1C-B410-B82AAA267339}" sibTransId="{001C474E-492D-47D8-93B5-D1F09639F851}"/>
    <dgm:cxn modelId="{FB7BFE7F-C580-40E5-924C-CDCDB81F98CA}" type="presOf" srcId="{8FEDE833-1AE8-4444-8117-03E8AEBFAF98}" destId="{E07E2866-14CB-4317-BD86-2F921ED7C9E2}" srcOrd="0" destOrd="0" presId="urn:microsoft.com/office/officeart/2005/8/layout/vList2"/>
    <dgm:cxn modelId="{D5FB159B-C21A-4AFA-9467-A0ADF6D5B148}" srcId="{8FEDE833-1AE8-4444-8117-03E8AEBFAF98}" destId="{DD8A0F2E-B784-4B9E-A3E4-9A7CBCAA8681}" srcOrd="3" destOrd="0" parTransId="{8774DB1C-8B87-486C-8A67-28E0A2E15600}" sibTransId="{836242B8-F2B8-40F0-9E65-76C80ED2E885}"/>
    <dgm:cxn modelId="{E9A24AC8-5173-432C-BDEF-CEC80156DB67}" srcId="{8FEDE833-1AE8-4444-8117-03E8AEBFAF98}" destId="{5F3E248C-6CDC-4D06-93EB-CCF1E4B3652D}" srcOrd="2" destOrd="0" parTransId="{033BF185-F563-4259-8BA8-003C0D6CE79D}" sibTransId="{E163190C-91D2-43BE-AF57-F905927AD469}"/>
    <dgm:cxn modelId="{619C58C5-38A2-422F-881A-676E407EBC2E}" type="presParOf" srcId="{E07E2866-14CB-4317-BD86-2F921ED7C9E2}" destId="{94129594-3BA8-490B-B493-AFF9B2AEA8B1}" srcOrd="0" destOrd="0" presId="urn:microsoft.com/office/officeart/2005/8/layout/vList2"/>
    <dgm:cxn modelId="{9C4DEB8A-0570-4111-9B06-8268A5D3E578}" type="presParOf" srcId="{E07E2866-14CB-4317-BD86-2F921ED7C9E2}" destId="{64AF88BA-A14A-4270-9EB4-4D3F1149C3A6}" srcOrd="1" destOrd="0" presId="urn:microsoft.com/office/officeart/2005/8/layout/vList2"/>
    <dgm:cxn modelId="{86678C46-449C-42C3-B3D8-F13867F9BA38}" type="presParOf" srcId="{E07E2866-14CB-4317-BD86-2F921ED7C9E2}" destId="{C33F22AD-37AB-4A5B-B9D3-D9CF77FC39B0}" srcOrd="2" destOrd="0" presId="urn:microsoft.com/office/officeart/2005/8/layout/vList2"/>
    <dgm:cxn modelId="{AF5B0887-42E7-4B62-93A9-0B49422330F6}" type="presParOf" srcId="{E07E2866-14CB-4317-BD86-2F921ED7C9E2}" destId="{C3BAB5BC-02C6-41A4-87A8-3B01FEADEB50}" srcOrd="3" destOrd="0" presId="urn:microsoft.com/office/officeart/2005/8/layout/vList2"/>
    <dgm:cxn modelId="{D34B2FD4-1911-4F38-BC83-9D9690AD1091}" type="presParOf" srcId="{E07E2866-14CB-4317-BD86-2F921ED7C9E2}" destId="{E6C9CBF9-94E0-4C74-A58E-C31EF816F571}" srcOrd="4" destOrd="0" presId="urn:microsoft.com/office/officeart/2005/8/layout/vList2"/>
    <dgm:cxn modelId="{4BA6E353-BC87-4464-88C4-31A6C7815080}" type="presParOf" srcId="{E07E2866-14CB-4317-BD86-2F921ED7C9E2}" destId="{08C9BF77-F433-4C13-A1C7-AB882BF5D949}" srcOrd="5" destOrd="0" presId="urn:microsoft.com/office/officeart/2005/8/layout/vList2"/>
    <dgm:cxn modelId="{99567CD3-0E5C-47F9-9404-6911CB4BA014}" type="presParOf" srcId="{E07E2866-14CB-4317-BD86-2F921ED7C9E2}" destId="{76D2D548-FD45-4860-9868-CF37D6E53FB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98BC744-135A-4875-8296-2E2E1A4F11CB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E42AF54-049F-4465-88C7-82496FFEA30C}">
      <dgm:prSet/>
      <dgm:spPr/>
      <dgm:t>
        <a:bodyPr/>
        <a:lstStyle/>
        <a:p>
          <a:r>
            <a:rPr lang="en-US" b="1"/>
            <a:t>PC1 (Academic performance):</a:t>
          </a:r>
          <a:endParaRPr lang="en-US"/>
        </a:p>
      </dgm:t>
    </dgm:pt>
    <dgm:pt modelId="{3B52A6D6-22E0-48E8-80B8-69A3D44F07B2}" type="parTrans" cxnId="{884B726B-19BD-46F4-8F9A-F6C7997E9271}">
      <dgm:prSet/>
      <dgm:spPr/>
      <dgm:t>
        <a:bodyPr/>
        <a:lstStyle/>
        <a:p>
          <a:endParaRPr lang="en-US"/>
        </a:p>
      </dgm:t>
    </dgm:pt>
    <dgm:pt modelId="{BFF40668-846E-42EC-B541-EB6614069052}" type="sibTrans" cxnId="{884B726B-19BD-46F4-8F9A-F6C7997E9271}">
      <dgm:prSet/>
      <dgm:spPr/>
      <dgm:t>
        <a:bodyPr/>
        <a:lstStyle/>
        <a:p>
          <a:endParaRPr lang="en-US"/>
        </a:p>
      </dgm:t>
    </dgm:pt>
    <dgm:pt modelId="{727D778C-6E3C-4554-8A3B-2BD67883AD32}">
      <dgm:prSet/>
      <dgm:spPr/>
      <dgm:t>
        <a:bodyPr/>
        <a:lstStyle/>
        <a:p>
          <a:pPr rtl="0"/>
          <a:r>
            <a:rPr lang="en-US"/>
            <a:t> </a:t>
          </a:r>
          <a:r>
            <a:rPr lang="en-US">
              <a:latin typeface="Times New Roman"/>
              <a:cs typeface="Times New Roman"/>
            </a:rPr>
            <a:t>Curricular units approved, enrolled, evaluated, credited, and admission grades</a:t>
          </a:r>
        </a:p>
      </dgm:t>
    </dgm:pt>
    <dgm:pt modelId="{8DA9B1CE-DA7A-4367-B5D5-290693E48136}" type="parTrans" cxnId="{7E63A8E6-3EDC-4B1E-A7E0-199A486311AF}">
      <dgm:prSet/>
      <dgm:spPr/>
      <dgm:t>
        <a:bodyPr/>
        <a:lstStyle/>
        <a:p>
          <a:endParaRPr lang="en-US"/>
        </a:p>
      </dgm:t>
    </dgm:pt>
    <dgm:pt modelId="{97DAD964-4F68-48C8-A9F0-E697C0DE1C53}" type="sibTrans" cxnId="{7E63A8E6-3EDC-4B1E-A7E0-199A486311AF}">
      <dgm:prSet/>
      <dgm:spPr/>
      <dgm:t>
        <a:bodyPr/>
        <a:lstStyle/>
        <a:p>
          <a:endParaRPr lang="en-US"/>
        </a:p>
      </dgm:t>
    </dgm:pt>
    <dgm:pt modelId="{63DB0B6B-F185-42D2-822E-FBF5E5D2C18D}">
      <dgm:prSet/>
      <dgm:spPr/>
      <dgm:t>
        <a:bodyPr/>
        <a:lstStyle/>
        <a:p>
          <a:r>
            <a:rPr lang="en-US" b="1"/>
            <a:t>PC2 (Demographic/Administrative):</a:t>
          </a:r>
          <a:endParaRPr lang="en-US"/>
        </a:p>
      </dgm:t>
    </dgm:pt>
    <dgm:pt modelId="{17433E22-2FF2-49B2-AAB1-97E766ADCCBE}" type="parTrans" cxnId="{0EF38F02-B467-4FE7-8B12-1228CA41D0DE}">
      <dgm:prSet/>
      <dgm:spPr/>
      <dgm:t>
        <a:bodyPr/>
        <a:lstStyle/>
        <a:p>
          <a:endParaRPr lang="en-US"/>
        </a:p>
      </dgm:t>
    </dgm:pt>
    <dgm:pt modelId="{2895F0A5-0AE3-445F-9970-FD7236255A1F}" type="sibTrans" cxnId="{0EF38F02-B467-4FE7-8B12-1228CA41D0DE}">
      <dgm:prSet/>
      <dgm:spPr/>
      <dgm:t>
        <a:bodyPr/>
        <a:lstStyle/>
        <a:p>
          <a:endParaRPr lang="en-US"/>
        </a:p>
      </dgm:t>
    </dgm:pt>
    <dgm:pt modelId="{A4320E83-AACD-41C8-8C76-3C6B67E51C2D}">
      <dgm:prSet/>
      <dgm:spPr/>
      <dgm:t>
        <a:bodyPr/>
        <a:lstStyle/>
        <a:p>
          <a:pPr rtl="0"/>
          <a:r>
            <a:rPr lang="en-US">
              <a:latin typeface="Times New Roman"/>
              <a:cs typeface="Times New Roman"/>
            </a:rPr>
            <a:t>Age, application mode, enrollment, marital status, displaced or attending classes during the day or evening</a:t>
          </a:r>
        </a:p>
      </dgm:t>
    </dgm:pt>
    <dgm:pt modelId="{58ACC54E-A43C-406B-BBF3-8C6D85D3BBAD}" type="parTrans" cxnId="{57DCB5F3-047E-4C75-A3E8-CE69755C9BE3}">
      <dgm:prSet/>
      <dgm:spPr/>
      <dgm:t>
        <a:bodyPr/>
        <a:lstStyle/>
        <a:p>
          <a:endParaRPr lang="en-US"/>
        </a:p>
      </dgm:t>
    </dgm:pt>
    <dgm:pt modelId="{5999D27D-7589-4EEA-8911-330D5C79F47C}" type="sibTrans" cxnId="{57DCB5F3-047E-4C75-A3E8-CE69755C9BE3}">
      <dgm:prSet/>
      <dgm:spPr/>
      <dgm:t>
        <a:bodyPr/>
        <a:lstStyle/>
        <a:p>
          <a:endParaRPr lang="en-US"/>
        </a:p>
      </dgm:t>
    </dgm:pt>
    <dgm:pt modelId="{167F973D-1FD1-400B-9D10-45FA7C84F289}">
      <dgm:prSet/>
      <dgm:spPr/>
      <dgm:t>
        <a:bodyPr/>
        <a:lstStyle/>
        <a:p>
          <a:pPr rtl="0"/>
          <a:r>
            <a:rPr lang="en-US" b="1"/>
            <a:t>PC3</a:t>
          </a:r>
          <a:r>
            <a:rPr lang="en-US" b="1">
              <a:latin typeface="Aptos Display" panose="020F0302020204030204"/>
            </a:rPr>
            <a:t> </a:t>
          </a:r>
          <a:r>
            <a:rPr lang="en-US" b="0">
              <a:latin typeface="Calibri"/>
              <a:ea typeface="Calibri"/>
              <a:cs typeface="Calibri"/>
            </a:rPr>
            <a:t>(Administrative</a:t>
          </a:r>
          <a:r>
            <a:rPr lang="en-US" b="1">
              <a:latin typeface="Aptos Display" panose="020F0302020204030204"/>
            </a:rPr>
            <a:t>):</a:t>
          </a:r>
          <a:endParaRPr lang="en-US"/>
        </a:p>
      </dgm:t>
    </dgm:pt>
    <dgm:pt modelId="{84AA3517-E68B-49BA-9BC7-3F0C0AC5EEA2}" type="parTrans" cxnId="{F15DBFCC-A065-4316-B7F2-7085AF1B0A06}">
      <dgm:prSet/>
      <dgm:spPr/>
      <dgm:t>
        <a:bodyPr/>
        <a:lstStyle/>
        <a:p>
          <a:endParaRPr lang="en-US"/>
        </a:p>
      </dgm:t>
    </dgm:pt>
    <dgm:pt modelId="{67699ACE-F357-4624-BA5D-239F3529E3E5}" type="sibTrans" cxnId="{F15DBFCC-A065-4316-B7F2-7085AF1B0A06}">
      <dgm:prSet/>
      <dgm:spPr/>
      <dgm:t>
        <a:bodyPr/>
        <a:lstStyle/>
        <a:p>
          <a:endParaRPr lang="en-US"/>
        </a:p>
      </dgm:t>
    </dgm:pt>
    <dgm:pt modelId="{72360495-AD80-4778-BF02-C93F67DD7E44}">
      <dgm:prSet/>
      <dgm:spPr/>
      <dgm:t>
        <a:bodyPr/>
        <a:lstStyle/>
        <a:p>
          <a:pPr rtl="0"/>
          <a:r>
            <a:rPr lang="en-US">
              <a:latin typeface="Times New Roman"/>
              <a:cs typeface="Times New Roman"/>
            </a:rPr>
            <a:t>Parental education and occupations, the student's admission grade</a:t>
          </a:r>
          <a:endParaRPr lang="en-US"/>
        </a:p>
      </dgm:t>
    </dgm:pt>
    <dgm:pt modelId="{0523B633-8FA7-4515-A91F-5AB637A04C7F}" type="parTrans" cxnId="{7AD12ED8-CFFA-4E63-9B16-A388624282CA}">
      <dgm:prSet/>
      <dgm:spPr/>
      <dgm:t>
        <a:bodyPr/>
        <a:lstStyle/>
        <a:p>
          <a:endParaRPr lang="en-US"/>
        </a:p>
      </dgm:t>
    </dgm:pt>
    <dgm:pt modelId="{7876F3BF-16AB-4CC8-9C79-0EDF94FB9744}" type="sibTrans" cxnId="{7AD12ED8-CFFA-4E63-9B16-A388624282CA}">
      <dgm:prSet/>
      <dgm:spPr/>
      <dgm:t>
        <a:bodyPr/>
        <a:lstStyle/>
        <a:p>
          <a:endParaRPr lang="en-US"/>
        </a:p>
      </dgm:t>
    </dgm:pt>
    <dgm:pt modelId="{CD57FA15-5271-4453-919C-EFF49BA97BAC}" type="pres">
      <dgm:prSet presAssocID="{E98BC744-135A-4875-8296-2E2E1A4F11CB}" presName="linear" presStyleCnt="0">
        <dgm:presLayoutVars>
          <dgm:dir/>
          <dgm:animLvl val="lvl"/>
          <dgm:resizeHandles val="exact"/>
        </dgm:presLayoutVars>
      </dgm:prSet>
      <dgm:spPr/>
    </dgm:pt>
    <dgm:pt modelId="{5513691D-83CD-466D-A5FA-8F1E2245BBEE}" type="pres">
      <dgm:prSet presAssocID="{0E42AF54-049F-4465-88C7-82496FFEA30C}" presName="parentLin" presStyleCnt="0"/>
      <dgm:spPr/>
    </dgm:pt>
    <dgm:pt modelId="{C447D332-5362-4F44-85BF-8C95F0DA2173}" type="pres">
      <dgm:prSet presAssocID="{0E42AF54-049F-4465-88C7-82496FFEA30C}" presName="parentLeftMargin" presStyleLbl="node1" presStyleIdx="0" presStyleCnt="3"/>
      <dgm:spPr/>
    </dgm:pt>
    <dgm:pt modelId="{BD29974F-EACF-4AC2-9F01-63CD9E7EBEA7}" type="pres">
      <dgm:prSet presAssocID="{0E42AF54-049F-4465-88C7-82496FFEA30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7828F78-1E68-4505-9575-980F81A74FC7}" type="pres">
      <dgm:prSet presAssocID="{0E42AF54-049F-4465-88C7-82496FFEA30C}" presName="negativeSpace" presStyleCnt="0"/>
      <dgm:spPr/>
    </dgm:pt>
    <dgm:pt modelId="{13B2C924-7ED2-41B2-952F-36C5C1C4EEA5}" type="pres">
      <dgm:prSet presAssocID="{0E42AF54-049F-4465-88C7-82496FFEA30C}" presName="childText" presStyleLbl="conFgAcc1" presStyleIdx="0" presStyleCnt="3">
        <dgm:presLayoutVars>
          <dgm:bulletEnabled val="1"/>
        </dgm:presLayoutVars>
      </dgm:prSet>
      <dgm:spPr/>
    </dgm:pt>
    <dgm:pt modelId="{21D6F5F4-DE5C-475C-A0F9-D201DE023BBF}" type="pres">
      <dgm:prSet presAssocID="{BFF40668-846E-42EC-B541-EB6614069052}" presName="spaceBetweenRectangles" presStyleCnt="0"/>
      <dgm:spPr/>
    </dgm:pt>
    <dgm:pt modelId="{FCFCA098-7404-490A-AF2D-8FE1F7E0B385}" type="pres">
      <dgm:prSet presAssocID="{63DB0B6B-F185-42D2-822E-FBF5E5D2C18D}" presName="parentLin" presStyleCnt="0"/>
      <dgm:spPr/>
    </dgm:pt>
    <dgm:pt modelId="{29299A95-E93E-4DBA-9A03-6EDFA12C1AE7}" type="pres">
      <dgm:prSet presAssocID="{63DB0B6B-F185-42D2-822E-FBF5E5D2C18D}" presName="parentLeftMargin" presStyleLbl="node1" presStyleIdx="0" presStyleCnt="3"/>
      <dgm:spPr/>
    </dgm:pt>
    <dgm:pt modelId="{217E4551-348F-4054-B299-B26DD6642624}" type="pres">
      <dgm:prSet presAssocID="{63DB0B6B-F185-42D2-822E-FBF5E5D2C18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FF84718-A30D-4117-8E71-EDD099DC76D3}" type="pres">
      <dgm:prSet presAssocID="{63DB0B6B-F185-42D2-822E-FBF5E5D2C18D}" presName="negativeSpace" presStyleCnt="0"/>
      <dgm:spPr/>
    </dgm:pt>
    <dgm:pt modelId="{EEE20873-AB01-4789-B0F4-BA34B510154E}" type="pres">
      <dgm:prSet presAssocID="{63DB0B6B-F185-42D2-822E-FBF5E5D2C18D}" presName="childText" presStyleLbl="conFgAcc1" presStyleIdx="1" presStyleCnt="3">
        <dgm:presLayoutVars>
          <dgm:bulletEnabled val="1"/>
        </dgm:presLayoutVars>
      </dgm:prSet>
      <dgm:spPr/>
    </dgm:pt>
    <dgm:pt modelId="{42D744CF-9CCA-4908-AD81-4B1C0BE5B8DC}" type="pres">
      <dgm:prSet presAssocID="{2895F0A5-0AE3-445F-9970-FD7236255A1F}" presName="spaceBetweenRectangles" presStyleCnt="0"/>
      <dgm:spPr/>
    </dgm:pt>
    <dgm:pt modelId="{73D40BAF-0F7F-479F-AC29-BFC74F218688}" type="pres">
      <dgm:prSet presAssocID="{167F973D-1FD1-400B-9D10-45FA7C84F289}" presName="parentLin" presStyleCnt="0"/>
      <dgm:spPr/>
    </dgm:pt>
    <dgm:pt modelId="{6FDE0950-8972-4692-8975-28F24CC78748}" type="pres">
      <dgm:prSet presAssocID="{167F973D-1FD1-400B-9D10-45FA7C84F289}" presName="parentLeftMargin" presStyleLbl="node1" presStyleIdx="1" presStyleCnt="3"/>
      <dgm:spPr/>
    </dgm:pt>
    <dgm:pt modelId="{61A4F115-96AE-47EE-90BF-A7D69E307AEE}" type="pres">
      <dgm:prSet presAssocID="{167F973D-1FD1-400B-9D10-45FA7C84F28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06FF710-C4A6-4D68-97FD-64A026EB9F72}" type="pres">
      <dgm:prSet presAssocID="{167F973D-1FD1-400B-9D10-45FA7C84F289}" presName="negativeSpace" presStyleCnt="0"/>
      <dgm:spPr/>
    </dgm:pt>
    <dgm:pt modelId="{4E30DDB5-3CE4-4D9A-8AED-9DBF91FAD0B7}" type="pres">
      <dgm:prSet presAssocID="{167F973D-1FD1-400B-9D10-45FA7C84F28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EF38F02-B467-4FE7-8B12-1228CA41D0DE}" srcId="{E98BC744-135A-4875-8296-2E2E1A4F11CB}" destId="{63DB0B6B-F185-42D2-822E-FBF5E5D2C18D}" srcOrd="1" destOrd="0" parTransId="{17433E22-2FF2-49B2-AAB1-97E766ADCCBE}" sibTransId="{2895F0A5-0AE3-445F-9970-FD7236255A1F}"/>
    <dgm:cxn modelId="{D1BD612C-7896-4C99-AE6C-A013D86A1334}" type="presOf" srcId="{167F973D-1FD1-400B-9D10-45FA7C84F289}" destId="{6FDE0950-8972-4692-8975-28F24CC78748}" srcOrd="0" destOrd="0" presId="urn:microsoft.com/office/officeart/2005/8/layout/list1"/>
    <dgm:cxn modelId="{1084AF42-02B3-4C5A-AF06-E3DD6A5116CE}" type="presOf" srcId="{63DB0B6B-F185-42D2-822E-FBF5E5D2C18D}" destId="{217E4551-348F-4054-B299-B26DD6642624}" srcOrd="1" destOrd="0" presId="urn:microsoft.com/office/officeart/2005/8/layout/list1"/>
    <dgm:cxn modelId="{8B498948-7470-4FBA-9B75-D352A50F5048}" type="presOf" srcId="{0E42AF54-049F-4465-88C7-82496FFEA30C}" destId="{C447D332-5362-4F44-85BF-8C95F0DA2173}" srcOrd="0" destOrd="0" presId="urn:microsoft.com/office/officeart/2005/8/layout/list1"/>
    <dgm:cxn modelId="{884B726B-19BD-46F4-8F9A-F6C7997E9271}" srcId="{E98BC744-135A-4875-8296-2E2E1A4F11CB}" destId="{0E42AF54-049F-4465-88C7-82496FFEA30C}" srcOrd="0" destOrd="0" parTransId="{3B52A6D6-22E0-48E8-80B8-69A3D44F07B2}" sibTransId="{BFF40668-846E-42EC-B541-EB6614069052}"/>
    <dgm:cxn modelId="{3854DB6B-9847-47D3-8037-1D36EC37F211}" type="presOf" srcId="{0E42AF54-049F-4465-88C7-82496FFEA30C}" destId="{BD29974F-EACF-4AC2-9F01-63CD9E7EBEA7}" srcOrd="1" destOrd="0" presId="urn:microsoft.com/office/officeart/2005/8/layout/list1"/>
    <dgm:cxn modelId="{89300F72-5C10-4089-A412-B7A82CA9F035}" type="presOf" srcId="{72360495-AD80-4778-BF02-C93F67DD7E44}" destId="{4E30DDB5-3CE4-4D9A-8AED-9DBF91FAD0B7}" srcOrd="0" destOrd="0" presId="urn:microsoft.com/office/officeart/2005/8/layout/list1"/>
    <dgm:cxn modelId="{3B30FE84-C641-4173-B373-5619887DC404}" type="presOf" srcId="{E98BC744-135A-4875-8296-2E2E1A4F11CB}" destId="{CD57FA15-5271-4453-919C-EFF49BA97BAC}" srcOrd="0" destOrd="0" presId="urn:microsoft.com/office/officeart/2005/8/layout/list1"/>
    <dgm:cxn modelId="{C7CACD8B-21BC-4E0C-84F1-51CAD8FE8B1A}" type="presOf" srcId="{A4320E83-AACD-41C8-8C76-3C6B67E51C2D}" destId="{EEE20873-AB01-4789-B0F4-BA34B510154E}" srcOrd="0" destOrd="0" presId="urn:microsoft.com/office/officeart/2005/8/layout/list1"/>
    <dgm:cxn modelId="{AE6600A9-7C55-42D5-B53D-2E72D2C84E20}" type="presOf" srcId="{63DB0B6B-F185-42D2-822E-FBF5E5D2C18D}" destId="{29299A95-E93E-4DBA-9A03-6EDFA12C1AE7}" srcOrd="0" destOrd="0" presId="urn:microsoft.com/office/officeart/2005/8/layout/list1"/>
    <dgm:cxn modelId="{D95559C3-5D8B-4E91-A149-F4E8EDA25573}" type="presOf" srcId="{167F973D-1FD1-400B-9D10-45FA7C84F289}" destId="{61A4F115-96AE-47EE-90BF-A7D69E307AEE}" srcOrd="1" destOrd="0" presId="urn:microsoft.com/office/officeart/2005/8/layout/list1"/>
    <dgm:cxn modelId="{F15DBFCC-A065-4316-B7F2-7085AF1B0A06}" srcId="{E98BC744-135A-4875-8296-2E2E1A4F11CB}" destId="{167F973D-1FD1-400B-9D10-45FA7C84F289}" srcOrd="2" destOrd="0" parTransId="{84AA3517-E68B-49BA-9BC7-3F0C0AC5EEA2}" sibTransId="{67699ACE-F357-4624-BA5D-239F3529E3E5}"/>
    <dgm:cxn modelId="{7AD12ED8-CFFA-4E63-9B16-A388624282CA}" srcId="{167F973D-1FD1-400B-9D10-45FA7C84F289}" destId="{72360495-AD80-4778-BF02-C93F67DD7E44}" srcOrd="0" destOrd="0" parTransId="{0523B633-8FA7-4515-A91F-5AB637A04C7F}" sibTransId="{7876F3BF-16AB-4CC8-9C79-0EDF94FB9744}"/>
    <dgm:cxn modelId="{7E63A8E6-3EDC-4B1E-A7E0-199A486311AF}" srcId="{0E42AF54-049F-4465-88C7-82496FFEA30C}" destId="{727D778C-6E3C-4554-8A3B-2BD67883AD32}" srcOrd="0" destOrd="0" parTransId="{8DA9B1CE-DA7A-4367-B5D5-290693E48136}" sibTransId="{97DAD964-4F68-48C8-A9F0-E697C0DE1C53}"/>
    <dgm:cxn modelId="{5CA8D5ED-D02B-49E7-8657-C4AAFD0793C0}" type="presOf" srcId="{727D778C-6E3C-4554-8A3B-2BD67883AD32}" destId="{13B2C924-7ED2-41B2-952F-36C5C1C4EEA5}" srcOrd="0" destOrd="0" presId="urn:microsoft.com/office/officeart/2005/8/layout/list1"/>
    <dgm:cxn modelId="{57DCB5F3-047E-4C75-A3E8-CE69755C9BE3}" srcId="{63DB0B6B-F185-42D2-822E-FBF5E5D2C18D}" destId="{A4320E83-AACD-41C8-8C76-3C6B67E51C2D}" srcOrd="0" destOrd="0" parTransId="{58ACC54E-A43C-406B-BBF3-8C6D85D3BBAD}" sibTransId="{5999D27D-7589-4EEA-8911-330D5C79F47C}"/>
    <dgm:cxn modelId="{CC810CB0-391D-4B24-82E5-D2B73DE00F73}" type="presParOf" srcId="{CD57FA15-5271-4453-919C-EFF49BA97BAC}" destId="{5513691D-83CD-466D-A5FA-8F1E2245BBEE}" srcOrd="0" destOrd="0" presId="urn:microsoft.com/office/officeart/2005/8/layout/list1"/>
    <dgm:cxn modelId="{C4E7BA92-CB40-4A97-8C49-EB8BAC2418B9}" type="presParOf" srcId="{5513691D-83CD-466D-A5FA-8F1E2245BBEE}" destId="{C447D332-5362-4F44-85BF-8C95F0DA2173}" srcOrd="0" destOrd="0" presId="urn:microsoft.com/office/officeart/2005/8/layout/list1"/>
    <dgm:cxn modelId="{8CFB4AEC-E694-404B-8EEA-EA2B1EAB7D8D}" type="presParOf" srcId="{5513691D-83CD-466D-A5FA-8F1E2245BBEE}" destId="{BD29974F-EACF-4AC2-9F01-63CD9E7EBEA7}" srcOrd="1" destOrd="0" presId="urn:microsoft.com/office/officeart/2005/8/layout/list1"/>
    <dgm:cxn modelId="{D23144BC-B9A0-47D3-9F54-AAC7BE7B90F7}" type="presParOf" srcId="{CD57FA15-5271-4453-919C-EFF49BA97BAC}" destId="{77828F78-1E68-4505-9575-980F81A74FC7}" srcOrd="1" destOrd="0" presId="urn:microsoft.com/office/officeart/2005/8/layout/list1"/>
    <dgm:cxn modelId="{7ECB7B25-FF50-4661-9788-18DE0838CB7F}" type="presParOf" srcId="{CD57FA15-5271-4453-919C-EFF49BA97BAC}" destId="{13B2C924-7ED2-41B2-952F-36C5C1C4EEA5}" srcOrd="2" destOrd="0" presId="urn:microsoft.com/office/officeart/2005/8/layout/list1"/>
    <dgm:cxn modelId="{0D523008-FBB9-495C-95B7-E39EF55829DD}" type="presParOf" srcId="{CD57FA15-5271-4453-919C-EFF49BA97BAC}" destId="{21D6F5F4-DE5C-475C-A0F9-D201DE023BBF}" srcOrd="3" destOrd="0" presId="urn:microsoft.com/office/officeart/2005/8/layout/list1"/>
    <dgm:cxn modelId="{F544BB26-FDDB-4373-B015-6452D2A8DC2C}" type="presParOf" srcId="{CD57FA15-5271-4453-919C-EFF49BA97BAC}" destId="{FCFCA098-7404-490A-AF2D-8FE1F7E0B385}" srcOrd="4" destOrd="0" presId="urn:microsoft.com/office/officeart/2005/8/layout/list1"/>
    <dgm:cxn modelId="{29BDC70B-7E3F-4428-9ED9-40E9F4B4614D}" type="presParOf" srcId="{FCFCA098-7404-490A-AF2D-8FE1F7E0B385}" destId="{29299A95-E93E-4DBA-9A03-6EDFA12C1AE7}" srcOrd="0" destOrd="0" presId="urn:microsoft.com/office/officeart/2005/8/layout/list1"/>
    <dgm:cxn modelId="{8DDFC1D8-1FB2-4540-AC5F-AA77363AEED6}" type="presParOf" srcId="{FCFCA098-7404-490A-AF2D-8FE1F7E0B385}" destId="{217E4551-348F-4054-B299-B26DD6642624}" srcOrd="1" destOrd="0" presId="urn:microsoft.com/office/officeart/2005/8/layout/list1"/>
    <dgm:cxn modelId="{F3DDD39C-526D-4C85-990B-C161BC38228C}" type="presParOf" srcId="{CD57FA15-5271-4453-919C-EFF49BA97BAC}" destId="{CFF84718-A30D-4117-8E71-EDD099DC76D3}" srcOrd="5" destOrd="0" presId="urn:microsoft.com/office/officeart/2005/8/layout/list1"/>
    <dgm:cxn modelId="{430AF4C2-E9F4-446C-9403-5418285591E2}" type="presParOf" srcId="{CD57FA15-5271-4453-919C-EFF49BA97BAC}" destId="{EEE20873-AB01-4789-B0F4-BA34B510154E}" srcOrd="6" destOrd="0" presId="urn:microsoft.com/office/officeart/2005/8/layout/list1"/>
    <dgm:cxn modelId="{BF6A5F56-EC62-49DC-A842-79A7EF4DEFDD}" type="presParOf" srcId="{CD57FA15-5271-4453-919C-EFF49BA97BAC}" destId="{42D744CF-9CCA-4908-AD81-4B1C0BE5B8DC}" srcOrd="7" destOrd="0" presId="urn:microsoft.com/office/officeart/2005/8/layout/list1"/>
    <dgm:cxn modelId="{533DE8F1-0F7D-4BFC-8674-CB79C8A973FB}" type="presParOf" srcId="{CD57FA15-5271-4453-919C-EFF49BA97BAC}" destId="{73D40BAF-0F7F-479F-AC29-BFC74F218688}" srcOrd="8" destOrd="0" presId="urn:microsoft.com/office/officeart/2005/8/layout/list1"/>
    <dgm:cxn modelId="{D88DD78F-4C55-412A-A915-0CACC9380BAF}" type="presParOf" srcId="{73D40BAF-0F7F-479F-AC29-BFC74F218688}" destId="{6FDE0950-8972-4692-8975-28F24CC78748}" srcOrd="0" destOrd="0" presId="urn:microsoft.com/office/officeart/2005/8/layout/list1"/>
    <dgm:cxn modelId="{A7B94342-4B28-4EED-972E-56B5A9E9F73E}" type="presParOf" srcId="{73D40BAF-0F7F-479F-AC29-BFC74F218688}" destId="{61A4F115-96AE-47EE-90BF-A7D69E307AEE}" srcOrd="1" destOrd="0" presId="urn:microsoft.com/office/officeart/2005/8/layout/list1"/>
    <dgm:cxn modelId="{549B1A6B-D5DF-47A7-AB4B-ACE7521EDCC3}" type="presParOf" srcId="{CD57FA15-5271-4453-919C-EFF49BA97BAC}" destId="{806FF710-C4A6-4D68-97FD-64A026EB9F72}" srcOrd="9" destOrd="0" presId="urn:microsoft.com/office/officeart/2005/8/layout/list1"/>
    <dgm:cxn modelId="{FD4BA035-C6C3-4627-843D-D14CB8CDDBFE}" type="presParOf" srcId="{CD57FA15-5271-4453-919C-EFF49BA97BAC}" destId="{4E30DDB5-3CE4-4D9A-8AED-9DBF91FAD0B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6C4BA2-1102-CB44-9025-EC584D165CD1}">
      <dsp:nvSpPr>
        <dsp:cNvPr id="0" name=""/>
        <dsp:cNvSpPr/>
      </dsp:nvSpPr>
      <dsp:spPr>
        <a:xfrm>
          <a:off x="853" y="0"/>
          <a:ext cx="3457633" cy="36894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Target Variable     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y: Student dropout status( yes/no)</a:t>
          </a:r>
        </a:p>
      </dsp:txBody>
      <dsp:txXfrm>
        <a:off x="853" y="1475762"/>
        <a:ext cx="3457633" cy="2213643"/>
      </dsp:txXfrm>
    </dsp:sp>
    <dsp:sp modelId="{8295FB08-DA69-E247-85F3-2D2C7F3737D0}">
      <dsp:nvSpPr>
        <dsp:cNvPr id="0" name=""/>
        <dsp:cNvSpPr/>
      </dsp:nvSpPr>
      <dsp:spPr>
        <a:xfrm>
          <a:off x="853" y="0"/>
          <a:ext cx="3457633" cy="147576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53" y="0"/>
        <a:ext cx="3457633" cy="1475762"/>
      </dsp:txXfrm>
    </dsp:sp>
    <dsp:sp modelId="{7014FBAD-1715-9E4A-9C57-E5B96C4F60A3}">
      <dsp:nvSpPr>
        <dsp:cNvPr id="0" name=""/>
        <dsp:cNvSpPr/>
      </dsp:nvSpPr>
      <dsp:spPr>
        <a:xfrm>
          <a:off x="3735097" y="0"/>
          <a:ext cx="3457633" cy="3689405"/>
        </a:xfrm>
        <a:prstGeom prst="rect">
          <a:avLst/>
        </a:prstGeom>
        <a:solidFill>
          <a:schemeClr val="accent2">
            <a:hueOff val="2837564"/>
            <a:satOff val="7688"/>
            <a:lumOff val="-6079"/>
            <a:alphaOff val="0"/>
          </a:schemeClr>
        </a:solidFill>
        <a:ln w="19050" cap="flat" cmpd="sng" algn="ctr">
          <a:solidFill>
            <a:schemeClr val="accent2">
              <a:hueOff val="2837564"/>
              <a:satOff val="7688"/>
              <a:lumOff val="-60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Key Predictors: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i="1" kern="1200"/>
            <a:t>Academic</a:t>
          </a:r>
          <a:r>
            <a:rPr lang="en-US" sz="1400" kern="1200"/>
            <a:t>: Admission grade, 1st &amp; 2nd semester grades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i="1" kern="1200"/>
            <a:t>Economic</a:t>
          </a:r>
          <a:r>
            <a:rPr lang="en-US" sz="1400" kern="1200"/>
            <a:t>: Unemployment rate, Inflation rate, GDP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i="1" kern="1200"/>
            <a:t>Demographic/Admin</a:t>
          </a:r>
          <a:r>
            <a:rPr lang="en-US" sz="1400" kern="1200"/>
            <a:t>: Gender, Scholarship holder, Tuition status, Attendance mode</a:t>
          </a:r>
        </a:p>
      </dsp:txBody>
      <dsp:txXfrm>
        <a:off x="3735097" y="1475762"/>
        <a:ext cx="3457633" cy="2213643"/>
      </dsp:txXfrm>
    </dsp:sp>
    <dsp:sp modelId="{0E244092-BA3B-A641-8E9A-FCB9F5095AD2}">
      <dsp:nvSpPr>
        <dsp:cNvPr id="0" name=""/>
        <dsp:cNvSpPr/>
      </dsp:nvSpPr>
      <dsp:spPr>
        <a:xfrm>
          <a:off x="3735097" y="0"/>
          <a:ext cx="3457633" cy="147576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35097" y="0"/>
        <a:ext cx="3457633" cy="1475762"/>
      </dsp:txXfrm>
    </dsp:sp>
    <dsp:sp modelId="{F8E83CC0-4274-B847-B5BC-A95F6F8375BD}">
      <dsp:nvSpPr>
        <dsp:cNvPr id="0" name=""/>
        <dsp:cNvSpPr/>
      </dsp:nvSpPr>
      <dsp:spPr>
        <a:xfrm>
          <a:off x="7469341" y="0"/>
          <a:ext cx="3457633" cy="3689405"/>
        </a:xfrm>
        <a:prstGeom prst="rect">
          <a:avLst/>
        </a:prstGeom>
        <a:solidFill>
          <a:schemeClr val="accent2">
            <a:hueOff val="5675128"/>
            <a:satOff val="15375"/>
            <a:lumOff val="-12157"/>
            <a:alphaOff val="0"/>
          </a:schemeClr>
        </a:solidFill>
        <a:ln w="19050" cap="flat" cmpd="sng" algn="ctr">
          <a:solidFill>
            <a:schemeClr val="accent2">
              <a:hueOff val="5675128"/>
              <a:satOff val="15375"/>
              <a:lumOff val="-12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Preprocessing: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Convert categorical variables as factors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Standardized continuous features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Split: 70% Training | 30% Testing</a:t>
          </a:r>
        </a:p>
      </dsp:txBody>
      <dsp:txXfrm>
        <a:off x="7469341" y="1475762"/>
        <a:ext cx="3457633" cy="2213643"/>
      </dsp:txXfrm>
    </dsp:sp>
    <dsp:sp modelId="{3E333194-6588-AD4B-B48C-9C38A559F22B}">
      <dsp:nvSpPr>
        <dsp:cNvPr id="0" name=""/>
        <dsp:cNvSpPr/>
      </dsp:nvSpPr>
      <dsp:spPr>
        <a:xfrm>
          <a:off x="7469341" y="0"/>
          <a:ext cx="3457633" cy="147576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69341" y="0"/>
        <a:ext cx="3457633" cy="14757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129594-3BA8-490B-B493-AFF9B2AEA8B1}">
      <dsp:nvSpPr>
        <dsp:cNvPr id="0" name=""/>
        <dsp:cNvSpPr/>
      </dsp:nvSpPr>
      <dsp:spPr>
        <a:xfrm>
          <a:off x="0" y="437560"/>
          <a:ext cx="7711297" cy="120392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Strong Model Fit</a:t>
          </a:r>
          <a:r>
            <a:rPr lang="en-US" sz="1400" kern="1200"/>
            <a:t>: </a:t>
          </a:r>
          <a:r>
            <a:rPr lang="en-US" sz="1400" kern="1200">
              <a:latin typeface="Aptos Display" panose="02110004020202020204"/>
            </a:rPr>
            <a:t>low</a:t>
          </a:r>
          <a:r>
            <a:rPr lang="en-US" sz="1400" kern="1200"/>
            <a:t> AIC (2484) indicate a well-fitting model.</a:t>
          </a:r>
          <a:endParaRPr lang="en-US" sz="1400" b="0" kern="1200">
            <a:latin typeface="Aptos Display" panose="02110004020202020204"/>
          </a:endParaRPr>
        </a:p>
      </dsp:txBody>
      <dsp:txXfrm>
        <a:off x="58771" y="496331"/>
        <a:ext cx="7593755" cy="1086387"/>
      </dsp:txXfrm>
    </dsp:sp>
    <dsp:sp modelId="{C33F22AD-37AB-4A5B-B9D3-D9CF77FC39B0}">
      <dsp:nvSpPr>
        <dsp:cNvPr id="0" name=""/>
        <dsp:cNvSpPr/>
      </dsp:nvSpPr>
      <dsp:spPr>
        <a:xfrm>
          <a:off x="0" y="1681810"/>
          <a:ext cx="7711297" cy="1203929"/>
        </a:xfrm>
        <a:prstGeom prst="roundRect">
          <a:avLst/>
        </a:prstGeom>
        <a:gradFill rotWithShape="0">
          <a:gsLst>
            <a:gs pos="0">
              <a:schemeClr val="accent2">
                <a:hueOff val="1891709"/>
                <a:satOff val="5125"/>
                <a:lumOff val="-40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891709"/>
                <a:satOff val="5125"/>
                <a:lumOff val="-40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891709"/>
                <a:satOff val="5125"/>
                <a:lumOff val="-40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Top Predictors of Negative Outcomes</a:t>
          </a:r>
          <a:r>
            <a:rPr lang="en-US" sz="1400" kern="1200"/>
            <a:t>:</a:t>
          </a:r>
          <a:br>
            <a:rPr lang="en-US" sz="1400" b="0" kern="1200">
              <a:latin typeface="Aptos Display" panose="02110004020202020204"/>
            </a:rPr>
          </a:br>
          <a:r>
            <a:rPr lang="en-US" sz="1400" b="1" kern="1200">
              <a:latin typeface="Aptos Display" panose="02110004020202020204"/>
            </a:rPr>
            <a:t>1. Tuition</a:t>
          </a:r>
          <a:r>
            <a:rPr lang="en-US" sz="1400" b="1" kern="1200"/>
            <a:t> not up to date</a:t>
          </a:r>
          <a:r>
            <a:rPr lang="en-US" sz="1400" kern="1200"/>
            <a:t> → strongest risk factor (odds ratio = </a:t>
          </a:r>
          <a:r>
            <a:rPr lang="en-US" sz="1400" b="1" kern="1200"/>
            <a:t>0.069</a:t>
          </a:r>
          <a:r>
            <a:rPr lang="en-US" sz="1400" kern="1200"/>
            <a:t>).</a:t>
          </a:r>
          <a:br>
            <a:rPr lang="en-US" sz="1400" b="0" kern="1200">
              <a:solidFill>
                <a:srgbClr val="010000"/>
              </a:solidFill>
              <a:latin typeface="Aptos Display" panose="02110004020202020204"/>
            </a:rPr>
          </a:br>
          <a:r>
            <a:rPr lang="en-US" sz="1400" b="1" kern="1200">
              <a:latin typeface="Aptos Display" panose="02110004020202020204"/>
            </a:rPr>
            <a:t>2. </a:t>
          </a:r>
          <a:r>
            <a:rPr lang="en-US" sz="1400" b="1" kern="1200"/>
            <a:t>No scholarship</a:t>
          </a:r>
          <a:r>
            <a:rPr lang="en-US" sz="1400" kern="1200"/>
            <a:t> and </a:t>
          </a:r>
          <a:r>
            <a:rPr lang="en-US" sz="1400" b="1" kern="1200"/>
            <a:t>evening attendance</a:t>
          </a:r>
          <a:r>
            <a:rPr lang="en-US" sz="1400" kern="1200"/>
            <a:t> also linked to higher </a:t>
          </a:r>
          <a:r>
            <a:rPr lang="en-US" sz="1400" b="1" kern="1200">
              <a:latin typeface="Aptos Display" panose="02110004020202020204"/>
            </a:rPr>
            <a:t>risk.</a:t>
          </a:r>
          <a:br>
            <a:rPr lang="en-US" sz="1400" b="1" kern="1200">
              <a:solidFill>
                <a:srgbClr val="010000"/>
              </a:solidFill>
              <a:latin typeface="Aptos Display" panose="02110004020202020204"/>
            </a:rPr>
          </a:br>
          <a:r>
            <a:rPr lang="en-US" sz="1400" b="1" kern="1200">
              <a:latin typeface="Aptos Display" panose="02110004020202020204"/>
            </a:rPr>
            <a:t>3. Low</a:t>
          </a:r>
          <a:r>
            <a:rPr lang="en-US" sz="1400" b="1" kern="1200"/>
            <a:t> 2nd semester grades</a:t>
          </a:r>
          <a:r>
            <a:rPr lang="en-US" sz="1400" kern="1200"/>
            <a:t> and </a:t>
          </a:r>
          <a:r>
            <a:rPr lang="en-US" sz="1400" b="1" kern="1200"/>
            <a:t>lower admission grades</a:t>
          </a:r>
          <a:r>
            <a:rPr lang="en-US" sz="1400" kern="1200"/>
            <a:t> increase dropout likelihood.</a:t>
          </a:r>
          <a:br>
            <a:rPr lang="en-US" sz="1400" kern="1200"/>
          </a:br>
          <a:r>
            <a:rPr lang="en-US" sz="1400" b="1" kern="1200"/>
            <a:t>High Predictive Power</a:t>
          </a:r>
          <a:r>
            <a:rPr lang="en-US" sz="1400" kern="1200"/>
            <a:t>: AUC = 0.87; accuracy = 84.7%, sensitivity = 65.5%, specificity = 93.8%.</a:t>
          </a:r>
        </a:p>
      </dsp:txBody>
      <dsp:txXfrm>
        <a:off x="58771" y="1740581"/>
        <a:ext cx="7593755" cy="1086387"/>
      </dsp:txXfrm>
    </dsp:sp>
    <dsp:sp modelId="{E6C9CBF9-94E0-4C74-A58E-C31EF816F571}">
      <dsp:nvSpPr>
        <dsp:cNvPr id="0" name=""/>
        <dsp:cNvSpPr/>
      </dsp:nvSpPr>
      <dsp:spPr>
        <a:xfrm>
          <a:off x="0" y="2926060"/>
          <a:ext cx="7711297" cy="1203929"/>
        </a:xfrm>
        <a:prstGeom prst="roundRect">
          <a:avLst/>
        </a:prstGeom>
        <a:gradFill rotWithShape="0">
          <a:gsLst>
            <a:gs pos="0">
              <a:schemeClr val="accent2">
                <a:hueOff val="3783419"/>
                <a:satOff val="10250"/>
                <a:lumOff val="-81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783419"/>
                <a:satOff val="10250"/>
                <a:lumOff val="-81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783419"/>
                <a:satOff val="10250"/>
                <a:lumOff val="-81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Balanced Performance</a:t>
          </a:r>
          <a:r>
            <a:rPr lang="en-US" sz="1400" kern="1200"/>
            <a:t>: Positive predictive value = 83.3%, negative predictive value = 85.2%.</a:t>
          </a:r>
        </a:p>
      </dsp:txBody>
      <dsp:txXfrm>
        <a:off x="58771" y="2984831"/>
        <a:ext cx="7593755" cy="1086387"/>
      </dsp:txXfrm>
    </dsp:sp>
    <dsp:sp modelId="{76D2D548-FD45-4860-9868-CF37D6E53FBE}">
      <dsp:nvSpPr>
        <dsp:cNvPr id="0" name=""/>
        <dsp:cNvSpPr/>
      </dsp:nvSpPr>
      <dsp:spPr>
        <a:xfrm>
          <a:off x="0" y="4170310"/>
          <a:ext cx="7711297" cy="1203929"/>
        </a:xfrm>
        <a:prstGeom prst="roundRect">
          <a:avLst/>
        </a:prstGeom>
        <a:gradFill rotWithShape="0">
          <a:gsLst>
            <a:gs pos="0">
              <a:schemeClr val="accent2">
                <a:hueOff val="5675128"/>
                <a:satOff val="15375"/>
                <a:lumOff val="-1215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675128"/>
                <a:satOff val="15375"/>
                <a:lumOff val="-1215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675128"/>
                <a:satOff val="15375"/>
                <a:lumOff val="-1215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No Multicollinearity</a:t>
          </a:r>
          <a:r>
            <a:rPr lang="en-US" sz="1400" kern="1200"/>
            <a:t>: All VIFs &lt; 5; academic grades showed acceptable correlation.</a:t>
          </a:r>
        </a:p>
      </dsp:txBody>
      <dsp:txXfrm>
        <a:off x="58771" y="4229081"/>
        <a:ext cx="7593755" cy="10863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B2C924-7ED2-41B2-952F-36C5C1C4EEA5}">
      <dsp:nvSpPr>
        <dsp:cNvPr id="0" name=""/>
        <dsp:cNvSpPr/>
      </dsp:nvSpPr>
      <dsp:spPr>
        <a:xfrm>
          <a:off x="0" y="318149"/>
          <a:ext cx="5444794" cy="716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2577" tIns="270764" rIns="422577" bIns="92456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 </a:t>
          </a:r>
          <a:r>
            <a:rPr lang="en-US" sz="1300" kern="1200">
              <a:latin typeface="Times New Roman"/>
              <a:cs typeface="Times New Roman"/>
            </a:rPr>
            <a:t>Curricular units approved, enrolled, evaluated, credited, and admission grades</a:t>
          </a:r>
        </a:p>
      </dsp:txBody>
      <dsp:txXfrm>
        <a:off x="0" y="318149"/>
        <a:ext cx="5444794" cy="716625"/>
      </dsp:txXfrm>
    </dsp:sp>
    <dsp:sp modelId="{BD29974F-EACF-4AC2-9F01-63CD9E7EBEA7}">
      <dsp:nvSpPr>
        <dsp:cNvPr id="0" name=""/>
        <dsp:cNvSpPr/>
      </dsp:nvSpPr>
      <dsp:spPr>
        <a:xfrm>
          <a:off x="272239" y="126269"/>
          <a:ext cx="3811356" cy="3837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060" tIns="0" rIns="14406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PC1 (Academic performance):</a:t>
          </a:r>
          <a:endParaRPr lang="en-US" sz="1300" kern="1200"/>
        </a:p>
      </dsp:txBody>
      <dsp:txXfrm>
        <a:off x="290973" y="145003"/>
        <a:ext cx="3773888" cy="346292"/>
      </dsp:txXfrm>
    </dsp:sp>
    <dsp:sp modelId="{EEE20873-AB01-4789-B0F4-BA34B510154E}">
      <dsp:nvSpPr>
        <dsp:cNvPr id="0" name=""/>
        <dsp:cNvSpPr/>
      </dsp:nvSpPr>
      <dsp:spPr>
        <a:xfrm>
          <a:off x="0" y="1296855"/>
          <a:ext cx="5444794" cy="716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2577" tIns="270764" rIns="422577" bIns="92456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latin typeface="Times New Roman"/>
              <a:cs typeface="Times New Roman"/>
            </a:rPr>
            <a:t>Age, application mode, enrollment, marital status, displaced or attending classes during the day or evening</a:t>
          </a:r>
        </a:p>
      </dsp:txBody>
      <dsp:txXfrm>
        <a:off x="0" y="1296855"/>
        <a:ext cx="5444794" cy="716625"/>
      </dsp:txXfrm>
    </dsp:sp>
    <dsp:sp modelId="{217E4551-348F-4054-B299-B26DD6642624}">
      <dsp:nvSpPr>
        <dsp:cNvPr id="0" name=""/>
        <dsp:cNvSpPr/>
      </dsp:nvSpPr>
      <dsp:spPr>
        <a:xfrm>
          <a:off x="272239" y="1104974"/>
          <a:ext cx="3811356" cy="3837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060" tIns="0" rIns="14406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PC2 (Demographic/Administrative):</a:t>
          </a:r>
          <a:endParaRPr lang="en-US" sz="1300" kern="1200"/>
        </a:p>
      </dsp:txBody>
      <dsp:txXfrm>
        <a:off x="290973" y="1123708"/>
        <a:ext cx="3773888" cy="346292"/>
      </dsp:txXfrm>
    </dsp:sp>
    <dsp:sp modelId="{4E30DDB5-3CE4-4D9A-8AED-9DBF91FAD0B7}">
      <dsp:nvSpPr>
        <dsp:cNvPr id="0" name=""/>
        <dsp:cNvSpPr/>
      </dsp:nvSpPr>
      <dsp:spPr>
        <a:xfrm>
          <a:off x="0" y="2275560"/>
          <a:ext cx="5444794" cy="5528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2577" tIns="270764" rIns="422577" bIns="92456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latin typeface="Times New Roman"/>
              <a:cs typeface="Times New Roman"/>
            </a:rPr>
            <a:t>Parental education and occupations, the student's admission grade</a:t>
          </a:r>
          <a:endParaRPr lang="en-US" sz="1300" kern="1200"/>
        </a:p>
      </dsp:txBody>
      <dsp:txXfrm>
        <a:off x="0" y="2275560"/>
        <a:ext cx="5444794" cy="552825"/>
      </dsp:txXfrm>
    </dsp:sp>
    <dsp:sp modelId="{61A4F115-96AE-47EE-90BF-A7D69E307AEE}">
      <dsp:nvSpPr>
        <dsp:cNvPr id="0" name=""/>
        <dsp:cNvSpPr/>
      </dsp:nvSpPr>
      <dsp:spPr>
        <a:xfrm>
          <a:off x="272239" y="2083680"/>
          <a:ext cx="3811356" cy="3837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060" tIns="0" rIns="144060" bIns="0" numCol="1" spcCol="1270" anchor="ctr" anchorCtr="0">
          <a:noAutofit/>
        </a:bodyPr>
        <a:lstStyle/>
        <a:p>
          <a:pPr marL="0" lvl="0" indent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PC3</a:t>
          </a:r>
          <a:r>
            <a:rPr lang="en-US" sz="1300" b="1" kern="1200">
              <a:latin typeface="Aptos Display" panose="020F0302020204030204"/>
            </a:rPr>
            <a:t> </a:t>
          </a:r>
          <a:r>
            <a:rPr lang="en-US" sz="1300" b="0" kern="1200">
              <a:latin typeface="Calibri"/>
              <a:ea typeface="Calibri"/>
              <a:cs typeface="Calibri"/>
            </a:rPr>
            <a:t>(Administrative</a:t>
          </a:r>
          <a:r>
            <a:rPr lang="en-US" sz="1300" b="1" kern="1200">
              <a:latin typeface="Aptos Display" panose="020F0302020204030204"/>
            </a:rPr>
            <a:t>):</a:t>
          </a:r>
          <a:endParaRPr lang="en-US" sz="1300" kern="1200"/>
        </a:p>
      </dsp:txBody>
      <dsp:txXfrm>
        <a:off x="290973" y="2102414"/>
        <a:ext cx="3773888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17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913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3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90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586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9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428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740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961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295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643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970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ea typeface="+mj-lt"/>
                <a:cs typeface="+mj-lt"/>
              </a:rPr>
              <a:t>Predicting Student Dropout Risk</a:t>
            </a:r>
            <a:endParaRPr lang="en-US" sz="4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algn="l"/>
            <a:r>
              <a:rPr lang="en-US" sz="2000">
                <a:ea typeface="+mn-lt"/>
                <a:cs typeface="+mn-lt"/>
              </a:rPr>
              <a:t>Isabella Marashi</a:t>
            </a:r>
            <a:endParaRPr lang="en-US">
              <a:ea typeface="+mn-lt"/>
              <a:cs typeface="+mn-lt"/>
            </a:endParaRPr>
          </a:p>
          <a:p>
            <a:pPr algn="l"/>
            <a:r>
              <a:rPr lang="en-US" sz="2000">
                <a:ea typeface="+mn-lt"/>
                <a:cs typeface="+mn-lt"/>
              </a:rPr>
              <a:t>Kubra Abbrasova</a:t>
            </a:r>
            <a:endParaRPr lang="en-US">
              <a:ea typeface="+mn-lt"/>
              <a:cs typeface="+mn-lt"/>
            </a:endParaRPr>
          </a:p>
          <a:p>
            <a:pPr algn="l"/>
            <a:r>
              <a:rPr lang="en-US" sz="2000">
                <a:ea typeface="+mn-lt"/>
                <a:cs typeface="+mn-lt"/>
              </a:rPr>
              <a:t>Tseveengerel Amgalan</a:t>
            </a:r>
            <a:endParaRPr lang="en-US"/>
          </a:p>
          <a:p>
            <a:pPr algn="l"/>
            <a:r>
              <a:rPr lang="en-US" sz="2000">
                <a:ea typeface="+mn-lt"/>
                <a:cs typeface="+mn-lt"/>
              </a:rPr>
              <a:t>Yan Zhuang</a:t>
            </a:r>
            <a:endParaRPr lang="en-US">
              <a:ea typeface="+mn-lt"/>
              <a:cs typeface="+mn-lt"/>
            </a:endParaRPr>
          </a:p>
          <a:p>
            <a:pPr algn="l"/>
            <a:endParaRPr lang="en-US"/>
          </a:p>
          <a:p>
            <a:pPr algn="l"/>
            <a:endParaRPr lang="en-US"/>
          </a:p>
          <a:p>
            <a:pPr algn="l"/>
            <a:endParaRPr lang="en-US" sz="2000"/>
          </a:p>
        </p:txBody>
      </p:sp>
      <p:pic>
        <p:nvPicPr>
          <p:cNvPr id="5" name="Picture 4" descr="A yellow sign with black figures and a yellow sign&#10;&#10;AI-generated content may be incorrect.">
            <a:extLst>
              <a:ext uri="{FF2B5EF4-FFF2-40B4-BE49-F238E27FC236}">
                <a16:creationId xmlns:a16="http://schemas.microsoft.com/office/drawing/2014/main" id="{8FF69C8C-F52D-11AB-014B-03C222F54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356" y="677685"/>
            <a:ext cx="6408836" cy="535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F9B8F-9E2D-6F1F-BAB8-28E6A83DC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200" b="1"/>
              <a:t>Objective: </a:t>
            </a:r>
            <a:r>
              <a:rPr lang="en-US" sz="2200"/>
              <a:t>Predicting students at risk of dropping out.</a:t>
            </a:r>
          </a:p>
          <a:p>
            <a:pPr marL="0" indent="0">
              <a:buNone/>
            </a:pPr>
            <a:endParaRPr lang="en-US" sz="2200"/>
          </a:p>
          <a:p>
            <a:r>
              <a:rPr lang="en-US" sz="2200" b="1"/>
              <a:t>Why It Matters:</a:t>
            </a:r>
          </a:p>
          <a:p>
            <a:pPr marL="0" indent="0">
              <a:buNone/>
            </a:pPr>
            <a:r>
              <a:rPr lang="en-US" sz="2200"/>
              <a:t>            Impacts academic success and financial stability.</a:t>
            </a:r>
          </a:p>
          <a:p>
            <a:pPr marL="0" indent="0">
              <a:buNone/>
            </a:pPr>
            <a:r>
              <a:rPr lang="en-US" sz="2200"/>
              <a:t>            Enables proactive intervention and resource planning.</a:t>
            </a:r>
          </a:p>
          <a:p>
            <a:pPr marL="0" indent="0">
              <a:buNone/>
            </a:pPr>
            <a:endParaRPr lang="en-US" sz="2200"/>
          </a:p>
          <a:p>
            <a:r>
              <a:rPr lang="en-US" sz="2200" b="1"/>
              <a:t>Guiding Questions:</a:t>
            </a:r>
          </a:p>
          <a:p>
            <a:pPr marL="0" indent="0">
              <a:buNone/>
            </a:pPr>
            <a:r>
              <a:rPr lang="en-US" sz="2200"/>
              <a:t>What factors are most predictive of dropout?</a:t>
            </a:r>
          </a:p>
          <a:p>
            <a:pPr marL="0" indent="0">
              <a:buNone/>
            </a:pPr>
            <a:r>
              <a:rPr lang="en-US" sz="2200"/>
              <a:t>Can we uncover useful patterns and student segments?</a:t>
            </a:r>
          </a:p>
          <a:p>
            <a:pPr marL="0" indent="0">
              <a:buNone/>
            </a:pPr>
            <a:r>
              <a:rPr lang="en-US" sz="2200"/>
              <a:t>How accurate and interpretable are the models?</a:t>
            </a:r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288134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5B2F4F-93F8-B28A-2158-BD1E9B817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Data Overview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7BB5DA3-B348-5C1F-742B-796DB68F7D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26388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7139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lose-up of stacked books">
            <a:extLst>
              <a:ext uri="{FF2B5EF4-FFF2-40B4-BE49-F238E27FC236}">
                <a16:creationId xmlns:a16="http://schemas.microsoft.com/office/drawing/2014/main" id="{0023726D-A13B-ADBB-6244-D82116F1F1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88"/>
          <a:stretch/>
        </p:blipFill>
        <p:spPr>
          <a:xfrm>
            <a:off x="8201084" y="10"/>
            <a:ext cx="3990914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CBE6E1-F4CE-509E-E648-C27ABBF4D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7" y="370568"/>
            <a:ext cx="3005760" cy="1344743"/>
          </a:xfrm>
        </p:spPr>
        <p:txBody>
          <a:bodyPr>
            <a:normAutofit/>
          </a:bodyPr>
          <a:lstStyle/>
          <a:p>
            <a:r>
              <a:rPr lang="en-US" sz="400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5A4AE-4E52-B601-6856-B9C121D5B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33" y="1715311"/>
            <a:ext cx="5947228" cy="41128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2000" b="1"/>
              <a:t>Methods Used:</a:t>
            </a:r>
            <a:endParaRPr lang="en-US"/>
          </a:p>
          <a:p>
            <a:pPr marL="0" indent="0" algn="just">
              <a:buNone/>
            </a:pPr>
            <a:endParaRPr lang="en-US" sz="1600" b="1">
              <a:latin typeface="Aptos"/>
              <a:cs typeface="Times New Roman"/>
            </a:endParaRPr>
          </a:p>
          <a:p>
            <a:pPr marL="0" indent="0" algn="just">
              <a:buNone/>
            </a:pPr>
            <a:r>
              <a:rPr lang="en-US" sz="1600">
                <a:latin typeface="Aptos"/>
                <a:cs typeface="Times New Roman"/>
              </a:rPr>
              <a:t>    Logistic Regression</a:t>
            </a:r>
          </a:p>
          <a:p>
            <a:pPr algn="just"/>
            <a:r>
              <a:rPr lang="en-US" sz="1600">
                <a:latin typeface="Aptos"/>
                <a:ea typeface="+mn-lt"/>
                <a:cs typeface="+mn-lt"/>
              </a:rPr>
              <a:t>Predicted dropout using academic, financial, and demographic factors.</a:t>
            </a:r>
            <a:endParaRPr lang="en-US" sz="1600">
              <a:latin typeface="Aptos"/>
              <a:cs typeface="Times New Roman"/>
            </a:endParaRPr>
          </a:p>
          <a:p>
            <a:pPr algn="just">
              <a:buNone/>
            </a:pPr>
            <a:r>
              <a:rPr lang="en-US" sz="1600">
                <a:latin typeface="Aptos"/>
                <a:cs typeface="Times New Roman"/>
              </a:rPr>
              <a:t>    Classification Trees</a:t>
            </a:r>
          </a:p>
          <a:p>
            <a:pPr algn="just"/>
            <a:r>
              <a:rPr lang="en-US" sz="1600">
                <a:latin typeface="Aptos"/>
                <a:ea typeface="+mn-lt"/>
                <a:cs typeface="Arial"/>
              </a:rPr>
              <a:t>Identified key predictors like grades and tuition status.</a:t>
            </a:r>
            <a:endParaRPr lang="en-US" sz="1600"/>
          </a:p>
          <a:p>
            <a:pPr marL="0" indent="0" algn="just">
              <a:buNone/>
            </a:pPr>
            <a:r>
              <a:rPr lang="en-US" sz="1600">
                <a:latin typeface="Aptos"/>
                <a:cs typeface="Times New Roman"/>
              </a:rPr>
              <a:t>    Principal Component</a:t>
            </a:r>
          </a:p>
          <a:p>
            <a:pPr algn="just"/>
            <a:r>
              <a:rPr lang="en-US" sz="1600">
                <a:latin typeface="Aptos"/>
                <a:ea typeface="+mn-lt"/>
                <a:cs typeface="+mn-lt"/>
              </a:rPr>
              <a:t>Reduced data to key components for simpler analysis</a:t>
            </a:r>
            <a:endParaRPr lang="en-US" sz="1600">
              <a:latin typeface="Aptos"/>
              <a:cs typeface="Times New Roman"/>
            </a:endParaRPr>
          </a:p>
          <a:p>
            <a:pPr marL="0" indent="0" algn="just">
              <a:buNone/>
            </a:pPr>
            <a:r>
              <a:rPr lang="en-US" sz="1600">
                <a:latin typeface="Aptos"/>
                <a:cs typeface="Times New Roman"/>
              </a:rPr>
              <a:t>    K-Means Clustering</a:t>
            </a:r>
          </a:p>
          <a:p>
            <a:pPr algn="just"/>
            <a:r>
              <a:rPr lang="en-US" sz="1600">
                <a:latin typeface="Aptos"/>
                <a:ea typeface="+mn-lt"/>
                <a:cs typeface="+mn-lt"/>
              </a:rPr>
              <a:t>Grouped students into two distinct profiles.</a:t>
            </a:r>
            <a:endParaRPr lang="en-US" sz="1600">
              <a:latin typeface="Aptos"/>
              <a:cs typeface="Times New Roman"/>
            </a:endParaRPr>
          </a:p>
          <a:p>
            <a:pPr marL="514350" indent="-514350" algn="just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503219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36FA0A-B2AB-1AB4-E7A3-37891F255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Logistic Regression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892AB529-B6F1-C795-C5AB-1EC8E3F3A7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0707896"/>
              </p:ext>
            </p:extLst>
          </p:nvPr>
        </p:nvGraphicFramePr>
        <p:xfrm>
          <a:off x="4281001" y="750440"/>
          <a:ext cx="7711297" cy="5811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2260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094287-CF43-E498-C5E6-E00CB9FB6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Classification Tree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04FD2F-67D4-DE21-7F63-48D414F3EF9D}"/>
              </a:ext>
            </a:extLst>
          </p:cNvPr>
          <p:cNvSpPr txBox="1"/>
          <p:nvPr/>
        </p:nvSpPr>
        <p:spPr>
          <a:xfrm>
            <a:off x="584111" y="2516959"/>
            <a:ext cx="4530898" cy="363945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/>
              <a:t>Key Takeaways: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3 leaf nodes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Academic Performance is Key</a:t>
            </a:r>
            <a:r>
              <a:rPr lang="en-US" sz="1400"/>
              <a:t>: Second semester grades were the most important predictor of student outcomes.</a:t>
            </a:r>
            <a:endParaRPr lang="en-US"/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High-Risk Group Identified</a:t>
            </a:r>
            <a:r>
              <a:rPr lang="en-US" sz="1400"/>
              <a:t>: Students with grades below 10 had an 82% chance of a negative outcome.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Tuition Status Matters</a:t>
            </a:r>
            <a:r>
              <a:rPr lang="en-US" sz="1400"/>
              <a:t>: Among high-performing students, those current on tuition had an 86% chance of success, while those behind had a 77% chance of a negative outcome.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/>
              <a:t>Early Intervention Tool</a:t>
            </a:r>
            <a:r>
              <a:rPr lang="en-US" sz="1400"/>
              <a:t>: The model is reliable for identifying low-risk students and reasonably effective at flagging at-risk students, making it useful for targeted support.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400"/>
          </a:p>
        </p:txBody>
      </p:sp>
      <p:pic>
        <p:nvPicPr>
          <p:cNvPr id="4" name="Content Placeholder 3" descr="A diagram of a curvy number&#10;&#10;AI-generated content may be incorrect.">
            <a:extLst>
              <a:ext uri="{FF2B5EF4-FFF2-40B4-BE49-F238E27FC236}">
                <a16:creationId xmlns:a16="http://schemas.microsoft.com/office/drawing/2014/main" id="{EFD47F3B-5A20-6D73-F1DC-3BADF5F514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7644" y="2696185"/>
            <a:ext cx="5644165" cy="3029328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09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72DBE-D363-4D50-8B01-417055741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556" y="52161"/>
            <a:ext cx="9227304" cy="135208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70C0"/>
                </a:solidFill>
              </a:rPr>
              <a:t>Principal Component Analysis</a:t>
            </a:r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72407-276A-139D-D637-791540AAF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56" y="1399424"/>
            <a:ext cx="4832889" cy="224615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400">
                <a:solidFill>
                  <a:srgbClr val="0070C0"/>
                </a:solidFill>
                <a:ea typeface="+mn-lt"/>
                <a:cs typeface="+mn-lt"/>
              </a:rPr>
              <a:t>Overview</a:t>
            </a:r>
            <a:endParaRPr lang="en-US" sz="2400">
              <a:solidFill>
                <a:srgbClr val="0070C0"/>
              </a:solidFill>
            </a:endParaRP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Objective: Understand data structure and explore dimensionality reduction</a:t>
            </a:r>
            <a:endParaRPr lang="en-US" sz="1800"/>
          </a:p>
          <a:p>
            <a:pPr>
              <a:buFont typeface="Arial"/>
            </a:pPr>
            <a:r>
              <a:rPr lang="en-US" sz="1800">
                <a:ea typeface="+mn-lt"/>
                <a:cs typeface="+mn-lt"/>
              </a:rPr>
              <a:t>Dataset: 37 numeric predictors, including outcome (dropout)</a:t>
            </a:r>
          </a:p>
          <a:p>
            <a:pPr>
              <a:buFont typeface="Arial"/>
            </a:pPr>
            <a:r>
              <a:rPr lang="en-US" sz="1800">
                <a:ea typeface="+mn-lt"/>
                <a:cs typeface="+mn-lt"/>
              </a:rPr>
              <a:t>Split: 70% training / 30% testing for model validation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1A4C5E-E4E9-61EA-FBE8-D0E7AC781A1D}"/>
              </a:ext>
            </a:extLst>
          </p:cNvPr>
          <p:cNvSpPr txBox="1"/>
          <p:nvPr/>
        </p:nvSpPr>
        <p:spPr>
          <a:xfrm>
            <a:off x="670624" y="3650358"/>
            <a:ext cx="524138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0070C0"/>
                </a:solidFill>
              </a:rPr>
              <a:t>Results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PC1 variance explained: 17.3%</a:t>
            </a:r>
          </a:p>
          <a:p>
            <a:pPr marL="228600" indent="-228600">
              <a:buFont typeface=""/>
              <a:buChar char="•"/>
            </a:pPr>
            <a:r>
              <a:rPr lang="en-US"/>
              <a:t>PC2 variance explained: 10.2%</a:t>
            </a:r>
          </a:p>
          <a:p>
            <a:pPr marL="228600" indent="-228600">
              <a:buFont typeface=""/>
              <a:buChar char="•"/>
            </a:pPr>
            <a:r>
              <a:rPr lang="en-US"/>
              <a:t>Cumulative (PC1–PC17): ~81% of total variance</a:t>
            </a:r>
          </a:p>
          <a:p>
            <a:endParaRPr lang="en-US"/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908AE65E-0450-7DE7-1823-B03ADD3692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119935"/>
              </p:ext>
            </p:extLst>
          </p:nvPr>
        </p:nvGraphicFramePr>
        <p:xfrm>
          <a:off x="6355642" y="3653126"/>
          <a:ext cx="5444795" cy="29546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73" name="Picture 372" descr="A diagram with red and blue dots&#10;&#10;AI-generated content may be incorrect.">
            <a:extLst>
              <a:ext uri="{FF2B5EF4-FFF2-40B4-BE49-F238E27FC236}">
                <a16:creationId xmlns:a16="http://schemas.microsoft.com/office/drawing/2014/main" id="{554F0F02-E569-5DF2-A8DE-ED9F33AC58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759" y="1395250"/>
            <a:ext cx="4866144" cy="2246447"/>
          </a:xfrm>
          <a:prstGeom prst="rect">
            <a:avLst/>
          </a:prstGeom>
        </p:spPr>
      </p:pic>
      <p:pic>
        <p:nvPicPr>
          <p:cNvPr id="374" name="Picture 37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9686FBEC-74B3-9CA9-FF97-4D8FACAB37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3513" y="4904972"/>
            <a:ext cx="3832925" cy="174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844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4BBF1-C661-E712-E07E-8F3C17BDE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DF48A-9B6D-2B02-5C26-C59032CBE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556" y="52161"/>
            <a:ext cx="9227304" cy="135208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70C0"/>
                </a:solidFill>
              </a:rPr>
              <a:t>Clustering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0AA47-471A-EEFB-8BA8-624C059BC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556" y="1399424"/>
            <a:ext cx="4832889" cy="22461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0070C0"/>
                </a:solidFill>
                <a:ea typeface="+mn-lt"/>
                <a:cs typeface="+mn-lt"/>
              </a:rPr>
              <a:t>Overview</a:t>
            </a:r>
            <a:endParaRPr lang="en-US" sz="2400">
              <a:solidFill>
                <a:srgbClr val="0070C0"/>
              </a:solidFill>
            </a:endParaRP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Admission grade</a:t>
            </a:r>
          </a:p>
          <a:p>
            <a:pPr>
              <a:buFont typeface="Arial"/>
              <a:buChar char="•"/>
            </a:pPr>
            <a:r>
              <a:rPr lang="en-US" sz="1800">
                <a:ea typeface="+mn-lt"/>
                <a:cs typeface="+mn-lt"/>
              </a:rPr>
              <a:t>Age at enrollment</a:t>
            </a:r>
            <a:endParaRPr lang="en-US"/>
          </a:p>
          <a:p>
            <a:pPr>
              <a:buFont typeface="Arial"/>
              <a:buChar char="•"/>
            </a:pPr>
            <a:r>
              <a:rPr lang="en-US" sz="1800"/>
              <a:t>Curricular unit 1st semester approved</a:t>
            </a:r>
            <a:endParaRPr lang="en-US"/>
          </a:p>
          <a:p>
            <a:pPr>
              <a:buFont typeface="Arial"/>
            </a:pPr>
            <a:r>
              <a:rPr lang="en-US" sz="1800">
                <a:ea typeface="+mn-lt"/>
                <a:cs typeface="+mn-lt"/>
              </a:rPr>
              <a:t>First semester grade</a:t>
            </a:r>
            <a:endParaRPr lang="en-US"/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70FB44-1316-5DE5-0012-C35915BA4907}"/>
              </a:ext>
            </a:extLst>
          </p:cNvPr>
          <p:cNvSpPr txBox="1"/>
          <p:nvPr/>
        </p:nvSpPr>
        <p:spPr>
          <a:xfrm>
            <a:off x="670624" y="3650358"/>
            <a:ext cx="5241380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0070C0"/>
                </a:solidFill>
              </a:rPr>
              <a:t>Clustering Summary</a:t>
            </a: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2 Clusters:</a:t>
            </a:r>
          </a:p>
          <a:p>
            <a:pPr lvl="1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Cluster 1 (n = 1808), Avg. Silhouette = 0.31</a:t>
            </a:r>
            <a:endParaRPr lang="en-US"/>
          </a:p>
          <a:p>
            <a:pPr lvl="1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Cluster 2 (n = 2596), Avg. Silhouette = 0.41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3 Clusters:</a:t>
            </a:r>
          </a:p>
          <a:p>
            <a:pPr lvl="1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Cluster 1 (n = 2212), Avg. Silhouette = 0.43</a:t>
            </a:r>
            <a:endParaRPr lang="en-US"/>
          </a:p>
          <a:p>
            <a:pPr lvl="1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Cluster 2 (n = 1312), Avg. Silhouette = 0.22</a:t>
            </a:r>
            <a:endParaRPr lang="en-US"/>
          </a:p>
          <a:p>
            <a:pPr lvl="1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Cluster 3 (n = 880), Avg. Silhouette = 0.25</a:t>
            </a:r>
            <a:endParaRPr lang="en-US"/>
          </a:p>
          <a:p>
            <a:pPr marL="228600" indent="-228600">
              <a:buFont typeface=""/>
              <a:buChar char="•"/>
            </a:pPr>
            <a:endParaRPr lang="en-US"/>
          </a:p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F687146-A035-2BC6-C0DC-B35C34735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001" y="3419876"/>
            <a:ext cx="4710033" cy="2640040"/>
          </a:xfrm>
          <a:prstGeom prst="rect">
            <a:avLst/>
          </a:prstGeom>
        </p:spPr>
      </p:pic>
      <p:pic>
        <p:nvPicPr>
          <p:cNvPr id="14" name="Picture 13" descr="A graph with blue lines and text&#10;&#10;AI-generated content may be incorrect.">
            <a:extLst>
              <a:ext uri="{FF2B5EF4-FFF2-40B4-BE49-F238E27FC236}">
                <a16:creationId xmlns:a16="http://schemas.microsoft.com/office/drawing/2014/main" id="{454B9344-AE93-EE79-DA32-827F508DF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603" y="730276"/>
            <a:ext cx="4374235" cy="2497971"/>
          </a:xfrm>
          <a:prstGeom prst="rect">
            <a:avLst/>
          </a:prstGeom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5D781D49-DBEA-FFB8-2CBB-6EBAB84F7454}"/>
              </a:ext>
            </a:extLst>
          </p:cNvPr>
          <p:cNvSpPr txBox="1"/>
          <p:nvPr/>
        </p:nvSpPr>
        <p:spPr>
          <a:xfrm>
            <a:off x="9128501" y="6209655"/>
            <a:ext cx="3066081" cy="646331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"/>
              <a:buChar char="•"/>
            </a:pPr>
            <a:r>
              <a:rPr lang="en-US" b="1"/>
              <a:t>Cluster 1</a:t>
            </a:r>
            <a:r>
              <a:rPr lang="en-US"/>
              <a:t>: 1,808 students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Cluster 2</a:t>
            </a:r>
            <a:r>
              <a:rPr lang="en-US"/>
              <a:t>: 2,596 students</a:t>
            </a:r>
          </a:p>
        </p:txBody>
      </p:sp>
    </p:spTree>
    <p:extLst>
      <p:ext uri="{BB962C8B-B14F-4D97-AF65-F5344CB8AC3E}">
        <p14:creationId xmlns:p14="http://schemas.microsoft.com/office/powerpoint/2010/main" val="3644921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FD02D-6A4D-B819-6F02-28F9687CC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A7BAC-AFBF-454A-E51B-AB8ECEB06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556" y="52161"/>
            <a:ext cx="9227304" cy="135208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70C0"/>
                </a:solidFill>
              </a:rPr>
              <a:t>Clustering</a:t>
            </a:r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55D13F-0281-332A-F8F2-35B1D66DA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902920"/>
              </p:ext>
            </p:extLst>
          </p:nvPr>
        </p:nvGraphicFramePr>
        <p:xfrm>
          <a:off x="632847" y="1575660"/>
          <a:ext cx="5697537" cy="3095896"/>
        </p:xfrm>
        <a:graphic>
          <a:graphicData uri="http://schemas.openxmlformats.org/drawingml/2006/table">
            <a:tbl>
              <a:tblPr bandRow="1">
                <a:tableStyleId>{D27102A9-8310-4765-A935-A1911B00CA55}</a:tableStyleId>
              </a:tblPr>
              <a:tblGrid>
                <a:gridCol w="1899179">
                  <a:extLst>
                    <a:ext uri="{9D8B030D-6E8A-4147-A177-3AD203B41FA5}">
                      <a16:colId xmlns:a16="http://schemas.microsoft.com/office/drawing/2014/main" val="1073522021"/>
                    </a:ext>
                  </a:extLst>
                </a:gridCol>
                <a:gridCol w="1899179">
                  <a:extLst>
                    <a:ext uri="{9D8B030D-6E8A-4147-A177-3AD203B41FA5}">
                      <a16:colId xmlns:a16="http://schemas.microsoft.com/office/drawing/2014/main" val="506361355"/>
                    </a:ext>
                  </a:extLst>
                </a:gridCol>
                <a:gridCol w="1899179">
                  <a:extLst>
                    <a:ext uri="{9D8B030D-6E8A-4147-A177-3AD203B41FA5}">
                      <a16:colId xmlns:a16="http://schemas.microsoft.com/office/drawing/2014/main" val="3509135760"/>
                    </a:ext>
                  </a:extLst>
                </a:gridCol>
              </a:tblGrid>
              <a:tr h="450668">
                <a:tc>
                  <a:txBody>
                    <a:bodyPr/>
                    <a:lstStyle/>
                    <a:p>
                      <a:r>
                        <a:rPr lang="en-US" b="1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Cluster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Cluster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0184977"/>
                  </a:ext>
                </a:extLst>
              </a:tr>
              <a:tr h="450668">
                <a:tc>
                  <a:txBody>
                    <a:bodyPr/>
                    <a:lstStyle/>
                    <a:p>
                      <a:r>
                        <a:rPr lang="en-US"/>
                        <a:t>Admission 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140.24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117.60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9612906"/>
                  </a:ext>
                </a:extLst>
              </a:tr>
              <a:tr h="500742">
                <a:tc>
                  <a:txBody>
                    <a:bodyPr/>
                    <a:lstStyle/>
                    <a:p>
                      <a:r>
                        <a:rPr lang="en-US"/>
                        <a:t>Age at Enrollment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23.38 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23.07 years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0826126"/>
                  </a:ext>
                </a:extLst>
              </a:tr>
              <a:tr h="717730">
                <a:tc>
                  <a:txBody>
                    <a:bodyPr/>
                    <a:lstStyle/>
                    <a:p>
                      <a:r>
                        <a:rPr lang="en-US"/>
                        <a:t>Curricular Units Approved (1st Sem)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4.51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9938034"/>
                  </a:ext>
                </a:extLst>
              </a:tr>
              <a:tr h="500742">
                <a:tc>
                  <a:txBody>
                    <a:bodyPr/>
                    <a:lstStyle/>
                    <a:p>
                      <a:r>
                        <a:rPr lang="en-US"/>
                        <a:t>Grade Average (1st Sem)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10.96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10.40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9243675"/>
                  </a:ext>
                </a:extLst>
              </a:tr>
            </a:tbl>
          </a:graphicData>
        </a:graphic>
      </p:graphicFrame>
      <p:pic>
        <p:nvPicPr>
          <p:cNvPr id="9" name="Picture 8" descr="A graph of admission grade&#10;&#10;AI-generated content may be incorrect.">
            <a:extLst>
              <a:ext uri="{FF2B5EF4-FFF2-40B4-BE49-F238E27FC236}">
                <a16:creationId xmlns:a16="http://schemas.microsoft.com/office/drawing/2014/main" id="{8241D172-7E95-65CD-E58A-0C2FB8AFF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268" y="1571451"/>
            <a:ext cx="5184183" cy="260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620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13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6D1078-2AAD-F188-559F-499DC445E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cs typeface="Times New Roman" panose="02020603050405020304" pitchFamily="18" charset="0"/>
              </a:rPr>
              <a:t>Conclusion &amp; Findings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ontent Placeholder 6">
            <a:extLst>
              <a:ext uri="{FF2B5EF4-FFF2-40B4-BE49-F238E27FC236}">
                <a16:creationId xmlns:a16="http://schemas.microsoft.com/office/drawing/2014/main" id="{87291B2D-5F38-46FF-4FCA-2C461F083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ea typeface="+mn-lt"/>
                <a:cs typeface="+mn-lt"/>
              </a:rPr>
              <a:t>Tuition status and grades are the most important factors in predicting dropout.</a:t>
            </a:r>
          </a:p>
          <a:p>
            <a:r>
              <a:rPr lang="en-US">
                <a:ea typeface="+mn-lt"/>
                <a:cs typeface="+mn-lt"/>
              </a:rPr>
              <a:t>Students with low grades and unpaid tuition are most at risk.</a:t>
            </a:r>
          </a:p>
          <a:p>
            <a:r>
              <a:rPr lang="en-US">
                <a:ea typeface="+mn-lt"/>
                <a:cs typeface="+mn-lt"/>
              </a:rPr>
              <a:t>Our models can help schools spot these students early.</a:t>
            </a:r>
          </a:p>
          <a:p>
            <a:r>
              <a:rPr lang="en-US">
                <a:ea typeface="+mn-lt"/>
                <a:cs typeface="+mn-lt"/>
              </a:rPr>
              <a:t>Early support can improve student success and retention.</a:t>
            </a:r>
          </a:p>
          <a:p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With the right data and early action, schools can help more students stay enrolled and succeed.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817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515ABA-B5ED-4607-035E-F670BACFB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pic>
        <p:nvPicPr>
          <p:cNvPr id="21" name="Graphic 20" descr="Smiling Face with No Fill">
            <a:extLst>
              <a:ext uri="{FF2B5EF4-FFF2-40B4-BE49-F238E27FC236}">
                <a16:creationId xmlns:a16="http://schemas.microsoft.com/office/drawing/2014/main" id="{2C93D2EF-2C4A-158C-5613-E536805E2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3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92515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Predicting Student Dropout Risk</vt:lpstr>
      <vt:lpstr>PowerPoint Presentation</vt:lpstr>
      <vt:lpstr>Data Overview</vt:lpstr>
      <vt:lpstr>Methodology</vt:lpstr>
      <vt:lpstr>Logistic Regression</vt:lpstr>
      <vt:lpstr>Classification Tree</vt:lpstr>
      <vt:lpstr>Principal Component Analysis </vt:lpstr>
      <vt:lpstr>Clustering</vt:lpstr>
      <vt:lpstr>Clustering</vt:lpstr>
      <vt:lpstr>Conclusion &amp; Findings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2025-04-24T16:37:36Z</dcterms:created>
  <dcterms:modified xsi:type="dcterms:W3CDTF">2025-05-07T00:59:36Z</dcterms:modified>
</cp:coreProperties>
</file>